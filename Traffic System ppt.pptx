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4"/>
  </p:notesMasterIdLst>
  <p:sldIdLst>
    <p:sldId id="256" r:id="rId2"/>
    <p:sldId id="260" r:id="rId3"/>
    <p:sldId id="258" r:id="rId4"/>
    <p:sldId id="259" r:id="rId5"/>
    <p:sldId id="261" r:id="rId6"/>
    <p:sldId id="263" r:id="rId7"/>
    <p:sldId id="266" r:id="rId8"/>
    <p:sldId id="276" r:id="rId9"/>
    <p:sldId id="264" r:id="rId10"/>
    <p:sldId id="279" r:id="rId11"/>
    <p:sldId id="278" r:id="rId12"/>
    <p:sldId id="262" r:id="rId13"/>
  </p:sldIdLst>
  <p:sldSz cx="9144000" cy="5143500" type="screen16x9"/>
  <p:notesSz cx="6858000" cy="9144000"/>
  <p:embeddedFontLst>
    <p:embeddedFont>
      <p:font typeface="Audiowide" panose="020B0604020202020204" charset="0"/>
      <p:regular r:id="rId15"/>
    </p:embeddedFont>
    <p:embeddedFont>
      <p:font typeface="Bebas Neue" panose="020B0606020202050201" pitchFamily="34" charset="0"/>
      <p:regular r:id="rId16"/>
    </p:embeddedFont>
    <p:embeddedFont>
      <p:font typeface="Mulish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6C4D4F-EA27-4BDE-B4B6-7EF00759B96C}">
  <a:tblStyle styleId="{B06C4D4F-EA27-4BDE-B4B6-7EF00759B9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>
      <p:cViewPr varScale="1">
        <p:scale>
          <a:sx n="70" d="100"/>
          <a:sy n="70" d="100"/>
        </p:scale>
        <p:origin x="12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ak Yazbek" userId="131de4e4151932d3" providerId="LiveId" clId="{AA5F189F-0479-405C-A3C1-EC5E5C0857AA}"/>
    <pc:docChg chg="undo redo custSel addSld delSld modSld sldOrd delMainMaster">
      <pc:chgData name="Malak Yazbek" userId="131de4e4151932d3" providerId="LiveId" clId="{AA5F189F-0479-405C-A3C1-EC5E5C0857AA}" dt="2025-12-17T16:45:23.597" v="1775" actId="12789"/>
      <pc:docMkLst>
        <pc:docMk/>
      </pc:docMkLst>
      <pc:sldChg chg="modSp mod">
        <pc:chgData name="Malak Yazbek" userId="131de4e4151932d3" providerId="LiveId" clId="{AA5F189F-0479-405C-A3C1-EC5E5C0857AA}" dt="2025-12-17T14:31:47.128" v="168" actId="20577"/>
        <pc:sldMkLst>
          <pc:docMk/>
          <pc:sldMk cId="0" sldId="256"/>
        </pc:sldMkLst>
        <pc:spChg chg="mod">
          <ac:chgData name="Malak Yazbek" userId="131de4e4151932d3" providerId="LiveId" clId="{AA5F189F-0479-405C-A3C1-EC5E5C0857AA}" dt="2025-12-17T14:26:12.544" v="162" actId="1035"/>
          <ac:spMkLst>
            <pc:docMk/>
            <pc:sldMk cId="0" sldId="256"/>
            <ac:spMk id="227" creationId="{00000000-0000-0000-0000-000000000000}"/>
          </ac:spMkLst>
        </pc:spChg>
        <pc:spChg chg="mod">
          <ac:chgData name="Malak Yazbek" userId="131de4e4151932d3" providerId="LiveId" clId="{AA5F189F-0479-405C-A3C1-EC5E5C0857AA}" dt="2025-12-17T14:26:06.283" v="152" actId="1035"/>
          <ac:spMkLst>
            <pc:docMk/>
            <pc:sldMk cId="0" sldId="256"/>
            <ac:spMk id="228" creationId="{00000000-0000-0000-0000-000000000000}"/>
          </ac:spMkLst>
        </pc:spChg>
        <pc:spChg chg="mod">
          <ac:chgData name="Malak Yazbek" userId="131de4e4151932d3" providerId="LiveId" clId="{AA5F189F-0479-405C-A3C1-EC5E5C0857AA}" dt="2025-12-17T14:31:47.128" v="168" actId="20577"/>
          <ac:spMkLst>
            <pc:docMk/>
            <pc:sldMk cId="0" sldId="256"/>
            <ac:spMk id="231" creationId="{00000000-0000-0000-0000-000000000000}"/>
          </ac:spMkLst>
        </pc:spChg>
        <pc:picChg chg="mod">
          <ac:chgData name="Malak Yazbek" userId="131de4e4151932d3" providerId="LiveId" clId="{AA5F189F-0479-405C-A3C1-EC5E5C0857AA}" dt="2025-12-17T14:25:49.380" v="140" actId="12789"/>
          <ac:picMkLst>
            <pc:docMk/>
            <pc:sldMk cId="0" sldId="256"/>
            <ac:picMk id="229" creationId="{00000000-0000-0000-0000-000000000000}"/>
          </ac:picMkLst>
        </pc:picChg>
      </pc:sldChg>
      <pc:sldChg chg="addSp delSp modSp del mod">
        <pc:chgData name="Malak Yazbek" userId="131de4e4151932d3" providerId="LiveId" clId="{AA5F189F-0479-405C-A3C1-EC5E5C0857AA}" dt="2025-12-17T15:45:23.230" v="315" actId="47"/>
        <pc:sldMkLst>
          <pc:docMk/>
          <pc:sldMk cId="0" sldId="257"/>
        </pc:sldMkLst>
        <pc:spChg chg="add del mod">
          <ac:chgData name="Malak Yazbek" userId="131de4e4151932d3" providerId="LiveId" clId="{AA5F189F-0479-405C-A3C1-EC5E5C0857AA}" dt="2025-12-17T14:23:35.771" v="32" actId="478"/>
          <ac:spMkLst>
            <pc:docMk/>
            <pc:sldMk cId="0" sldId="257"/>
            <ac:spMk id="3" creationId="{316607B7-70B9-A44E-8A0C-B2F7353450C4}"/>
          </ac:spMkLst>
        </pc:spChg>
        <pc:spChg chg="add del mod">
          <ac:chgData name="Malak Yazbek" userId="131de4e4151932d3" providerId="LiveId" clId="{AA5F189F-0479-405C-A3C1-EC5E5C0857AA}" dt="2025-12-17T14:35:51.144" v="218" actId="478"/>
          <ac:spMkLst>
            <pc:docMk/>
            <pc:sldMk cId="0" sldId="257"/>
            <ac:spMk id="4" creationId="{5A1B4341-D714-FE57-0A66-28A4A477DB62}"/>
          </ac:spMkLst>
        </pc:spChg>
        <pc:spChg chg="add del mod">
          <ac:chgData name="Malak Yazbek" userId="131de4e4151932d3" providerId="LiveId" clId="{AA5F189F-0479-405C-A3C1-EC5E5C0857AA}" dt="2025-12-17T14:33:23.586" v="190" actId="478"/>
          <ac:spMkLst>
            <pc:docMk/>
            <pc:sldMk cId="0" sldId="257"/>
            <ac:spMk id="6" creationId="{0D29561F-22D8-25D9-3A6E-E350ABD2E8D9}"/>
          </ac:spMkLst>
        </pc:spChg>
        <pc:spChg chg="add mod">
          <ac:chgData name="Malak Yazbek" userId="131de4e4151932d3" providerId="LiveId" clId="{AA5F189F-0479-405C-A3C1-EC5E5C0857AA}" dt="2025-12-17T14:33:20.621" v="188"/>
          <ac:spMkLst>
            <pc:docMk/>
            <pc:sldMk cId="0" sldId="257"/>
            <ac:spMk id="7" creationId="{5AB7D972-E352-64E2-3689-5B4860BB297B}"/>
          </ac:spMkLst>
        </pc:spChg>
        <pc:spChg chg="add mod">
          <ac:chgData name="Malak Yazbek" userId="131de4e4151932d3" providerId="LiveId" clId="{AA5F189F-0479-405C-A3C1-EC5E5C0857AA}" dt="2025-12-17T14:33:33.013" v="192"/>
          <ac:spMkLst>
            <pc:docMk/>
            <pc:sldMk cId="0" sldId="257"/>
            <ac:spMk id="8" creationId="{AF5F31F3-D9F5-7603-CA7E-23CE49AD5CD5}"/>
          </ac:spMkLst>
        </pc:spChg>
        <pc:spChg chg="add mod">
          <ac:chgData name="Malak Yazbek" userId="131de4e4151932d3" providerId="LiveId" clId="{AA5F189F-0479-405C-A3C1-EC5E5C0857AA}" dt="2025-12-17T14:34:14.129" v="199"/>
          <ac:spMkLst>
            <pc:docMk/>
            <pc:sldMk cId="0" sldId="257"/>
            <ac:spMk id="10" creationId="{BAC7697A-D55E-652B-CE7A-5C07A47989CE}"/>
          </ac:spMkLst>
        </pc:spChg>
        <pc:spChg chg="add del mod">
          <ac:chgData name="Malak Yazbek" userId="131de4e4151932d3" providerId="LiveId" clId="{AA5F189F-0479-405C-A3C1-EC5E5C0857AA}" dt="2025-12-17T14:34:19.348" v="201" actId="478"/>
          <ac:spMkLst>
            <pc:docMk/>
            <pc:sldMk cId="0" sldId="257"/>
            <ac:spMk id="11" creationId="{6181BF49-7639-F4FB-9C9B-32063550274A}"/>
          </ac:spMkLst>
        </pc:spChg>
        <pc:spChg chg="add del">
          <ac:chgData name="Malak Yazbek" userId="131de4e4151932d3" providerId="LiveId" clId="{AA5F189F-0479-405C-A3C1-EC5E5C0857AA}" dt="2025-12-17T14:34:39.624" v="203" actId="478"/>
          <ac:spMkLst>
            <pc:docMk/>
            <pc:sldMk cId="0" sldId="257"/>
            <ac:spMk id="13" creationId="{68029049-56E3-B0D8-4AFE-A12536A562DA}"/>
          </ac:spMkLst>
        </pc:spChg>
        <pc:spChg chg="add mod">
          <ac:chgData name="Malak Yazbek" userId="131de4e4151932d3" providerId="LiveId" clId="{AA5F189F-0479-405C-A3C1-EC5E5C0857AA}" dt="2025-12-17T14:38:17.623" v="245" actId="1076"/>
          <ac:spMkLst>
            <pc:docMk/>
            <pc:sldMk cId="0" sldId="257"/>
            <ac:spMk id="15" creationId="{00922289-B471-B15B-27BB-110BF7B6F9D9}"/>
          </ac:spMkLst>
        </pc:spChg>
        <pc:spChg chg="add mod">
          <ac:chgData name="Malak Yazbek" userId="131de4e4151932d3" providerId="LiveId" clId="{AA5F189F-0479-405C-A3C1-EC5E5C0857AA}" dt="2025-12-17T14:37:16.409" v="238" actId="1076"/>
          <ac:spMkLst>
            <pc:docMk/>
            <pc:sldMk cId="0" sldId="257"/>
            <ac:spMk id="17" creationId="{FE91CD32-5FDE-E515-233F-A853F16F8E8C}"/>
          </ac:spMkLst>
        </pc:spChg>
        <pc:spChg chg="add del mod">
          <ac:chgData name="Malak Yazbek" userId="131de4e4151932d3" providerId="LiveId" clId="{AA5F189F-0479-405C-A3C1-EC5E5C0857AA}" dt="2025-12-17T14:35:52.814" v="219" actId="478"/>
          <ac:spMkLst>
            <pc:docMk/>
            <pc:sldMk cId="0" sldId="257"/>
            <ac:spMk id="19" creationId="{B9F66E6D-1FAC-168E-4599-ABBB05D52275}"/>
          </ac:spMkLst>
        </pc:spChg>
        <pc:spChg chg="del">
          <ac:chgData name="Malak Yazbek" userId="131de4e4151932d3" providerId="LiveId" clId="{AA5F189F-0479-405C-A3C1-EC5E5C0857AA}" dt="2025-12-17T14:23:33.324" v="31" actId="478"/>
          <ac:spMkLst>
            <pc:docMk/>
            <pc:sldMk cId="0" sldId="257"/>
            <ac:spMk id="236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23:31.300" v="30" actId="478"/>
          <ac:spMkLst>
            <pc:docMk/>
            <pc:sldMk cId="0" sldId="257"/>
            <ac:spMk id="238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23:31.300" v="30" actId="478"/>
          <ac:spMkLst>
            <pc:docMk/>
            <pc:sldMk cId="0" sldId="257"/>
            <ac:spMk id="239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23:31.300" v="30" actId="478"/>
          <ac:spMkLst>
            <pc:docMk/>
            <pc:sldMk cId="0" sldId="257"/>
            <ac:spMk id="240" creationId="{00000000-0000-0000-0000-000000000000}"/>
          </ac:spMkLst>
        </pc:spChg>
        <pc:grpChg chg="add mod">
          <ac:chgData name="Malak Yazbek" userId="131de4e4151932d3" providerId="LiveId" clId="{AA5F189F-0479-405C-A3C1-EC5E5C0857AA}" dt="2025-12-17T14:38:25.865" v="247" actId="12788"/>
          <ac:grpSpMkLst>
            <pc:docMk/>
            <pc:sldMk cId="0" sldId="257"/>
            <ac:grpSpMk id="20" creationId="{52C83AEA-EFE0-B0CF-C3BC-BE6166319C61}"/>
          </ac:grpSpMkLst>
        </pc:grpChg>
        <pc:graphicFrameChg chg="del">
          <ac:chgData name="Malak Yazbek" userId="131de4e4151932d3" providerId="LiveId" clId="{AA5F189F-0479-405C-A3C1-EC5E5C0857AA}" dt="2025-12-17T14:23:31.300" v="30" actId="478"/>
          <ac:graphicFrameMkLst>
            <pc:docMk/>
            <pc:sldMk cId="0" sldId="257"/>
            <ac:graphicFrameMk id="237" creationId="{00000000-0000-0000-0000-000000000000}"/>
          </ac:graphicFrameMkLst>
        </pc:graphicFrameChg>
        <pc:picChg chg="add del mod">
          <ac:chgData name="Malak Yazbek" userId="131de4e4151932d3" providerId="LiveId" clId="{AA5F189F-0479-405C-A3C1-EC5E5C0857AA}" dt="2025-12-17T14:33:43.942" v="195" actId="478"/>
          <ac:picMkLst>
            <pc:docMk/>
            <pc:sldMk cId="0" sldId="257"/>
            <ac:picMk id="9" creationId="{E651D005-AB65-33DE-5112-2097FF089BA1}"/>
          </ac:picMkLst>
        </pc:picChg>
      </pc:sldChg>
      <pc:sldChg chg="addSp delSp modSp mod">
        <pc:chgData name="Malak Yazbek" userId="131de4e4151932d3" providerId="LiveId" clId="{AA5F189F-0479-405C-A3C1-EC5E5C0857AA}" dt="2025-12-17T14:42:56.103" v="305" actId="1076"/>
        <pc:sldMkLst>
          <pc:docMk/>
          <pc:sldMk cId="0" sldId="258"/>
        </pc:sldMkLst>
        <pc:spChg chg="add del mod">
          <ac:chgData name="Malak Yazbek" userId="131de4e4151932d3" providerId="LiveId" clId="{AA5F189F-0479-405C-A3C1-EC5E5C0857AA}" dt="2025-12-17T14:39:59.436" v="251" actId="478"/>
          <ac:spMkLst>
            <pc:docMk/>
            <pc:sldMk cId="0" sldId="258"/>
            <ac:spMk id="3" creationId="{71794F7A-667A-3190-56B3-E985486E850F}"/>
          </ac:spMkLst>
        </pc:spChg>
        <pc:spChg chg="add del mod">
          <ac:chgData name="Malak Yazbek" userId="131de4e4151932d3" providerId="LiveId" clId="{AA5F189F-0479-405C-A3C1-EC5E5C0857AA}" dt="2025-12-17T14:39:59.436" v="251" actId="478"/>
          <ac:spMkLst>
            <pc:docMk/>
            <pc:sldMk cId="0" sldId="258"/>
            <ac:spMk id="5" creationId="{799ECF43-7006-AB3E-1D7C-9FB6078944CA}"/>
          </ac:spMkLst>
        </pc:spChg>
        <pc:spChg chg="add del mod">
          <ac:chgData name="Malak Yazbek" userId="131de4e4151932d3" providerId="LiveId" clId="{AA5F189F-0479-405C-A3C1-EC5E5C0857AA}" dt="2025-12-17T14:39:59.436" v="251" actId="478"/>
          <ac:spMkLst>
            <pc:docMk/>
            <pc:sldMk cId="0" sldId="258"/>
            <ac:spMk id="7" creationId="{54511360-1078-8531-0D7C-D8D9E4A5E005}"/>
          </ac:spMkLst>
        </pc:spChg>
        <pc:spChg chg="add del mod">
          <ac:chgData name="Malak Yazbek" userId="131de4e4151932d3" providerId="LiveId" clId="{AA5F189F-0479-405C-A3C1-EC5E5C0857AA}" dt="2025-12-17T14:39:59.436" v="251" actId="478"/>
          <ac:spMkLst>
            <pc:docMk/>
            <pc:sldMk cId="0" sldId="258"/>
            <ac:spMk id="9" creationId="{43D5BA48-07E1-1150-9F04-78CC0041F7E8}"/>
          </ac:spMkLst>
        </pc:spChg>
        <pc:spChg chg="add del mod">
          <ac:chgData name="Malak Yazbek" userId="131de4e4151932d3" providerId="LiveId" clId="{AA5F189F-0479-405C-A3C1-EC5E5C0857AA}" dt="2025-12-17T14:39:59.436" v="251" actId="478"/>
          <ac:spMkLst>
            <pc:docMk/>
            <pc:sldMk cId="0" sldId="258"/>
            <ac:spMk id="11" creationId="{FFBF16AE-2F61-E7F3-26A9-505113FA08AF}"/>
          </ac:spMkLst>
        </pc:spChg>
        <pc:spChg chg="add del mod">
          <ac:chgData name="Malak Yazbek" userId="131de4e4151932d3" providerId="LiveId" clId="{AA5F189F-0479-405C-A3C1-EC5E5C0857AA}" dt="2025-12-17T14:39:59.436" v="251" actId="478"/>
          <ac:spMkLst>
            <pc:docMk/>
            <pc:sldMk cId="0" sldId="258"/>
            <ac:spMk id="13" creationId="{200AC191-23CE-7899-C8F2-A5A1AA661F0B}"/>
          </ac:spMkLst>
        </pc:spChg>
        <pc:spChg chg="add del mod">
          <ac:chgData name="Malak Yazbek" userId="131de4e4151932d3" providerId="LiveId" clId="{AA5F189F-0479-405C-A3C1-EC5E5C0857AA}" dt="2025-12-17T14:40:08.595" v="253" actId="478"/>
          <ac:spMkLst>
            <pc:docMk/>
            <pc:sldMk cId="0" sldId="258"/>
            <ac:spMk id="15" creationId="{D22AF1BE-4A6C-CE88-B47B-AB37BFE1178E}"/>
          </ac:spMkLst>
        </pc:spChg>
        <pc:spChg chg="add del mod">
          <ac:chgData name="Malak Yazbek" userId="131de4e4151932d3" providerId="LiveId" clId="{AA5F189F-0479-405C-A3C1-EC5E5C0857AA}" dt="2025-12-17T14:40:19.176" v="257" actId="478"/>
          <ac:spMkLst>
            <pc:docMk/>
            <pc:sldMk cId="0" sldId="258"/>
            <ac:spMk id="17" creationId="{CA0CCCAD-8CC9-1631-D6C9-2BCD4101A347}"/>
          </ac:spMkLst>
        </pc:spChg>
        <pc:spChg chg="add del">
          <ac:chgData name="Malak Yazbek" userId="131de4e4151932d3" providerId="LiveId" clId="{AA5F189F-0479-405C-A3C1-EC5E5C0857AA}" dt="2025-12-17T14:41:40.299" v="280" actId="478"/>
          <ac:spMkLst>
            <pc:docMk/>
            <pc:sldMk cId="0" sldId="258"/>
            <ac:spMk id="18" creationId="{A550A888-9E59-FC86-EACA-F4B4395B379D}"/>
          </ac:spMkLst>
        </pc:spChg>
        <pc:spChg chg="del">
          <ac:chgData name="Malak Yazbek" userId="131de4e4151932d3" providerId="LiveId" clId="{AA5F189F-0479-405C-A3C1-EC5E5C0857AA}" dt="2025-12-17T14:40:03.054" v="252" actId="478"/>
          <ac:spMkLst>
            <pc:docMk/>
            <pc:sldMk cId="0" sldId="258"/>
            <ac:spMk id="245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39:53.755" v="250" actId="478"/>
          <ac:spMkLst>
            <pc:docMk/>
            <pc:sldMk cId="0" sldId="258"/>
            <ac:spMk id="246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39:53.755" v="250" actId="478"/>
          <ac:spMkLst>
            <pc:docMk/>
            <pc:sldMk cId="0" sldId="258"/>
            <ac:spMk id="247" creationId="{00000000-0000-0000-0000-000000000000}"/>
          </ac:spMkLst>
        </pc:spChg>
        <pc:spChg chg="mod">
          <ac:chgData name="Malak Yazbek" userId="131de4e4151932d3" providerId="LiveId" clId="{AA5F189F-0479-405C-A3C1-EC5E5C0857AA}" dt="2025-12-17T14:42:40.786" v="303" actId="1076"/>
          <ac:spMkLst>
            <pc:docMk/>
            <pc:sldMk cId="0" sldId="258"/>
            <ac:spMk id="248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39:53.755" v="250" actId="478"/>
          <ac:spMkLst>
            <pc:docMk/>
            <pc:sldMk cId="0" sldId="258"/>
            <ac:spMk id="249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39:53.755" v="250" actId="478"/>
          <ac:spMkLst>
            <pc:docMk/>
            <pc:sldMk cId="0" sldId="258"/>
            <ac:spMk id="250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39:53.755" v="250" actId="478"/>
          <ac:spMkLst>
            <pc:docMk/>
            <pc:sldMk cId="0" sldId="258"/>
            <ac:spMk id="251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39:53.755" v="250" actId="478"/>
          <ac:spMkLst>
            <pc:docMk/>
            <pc:sldMk cId="0" sldId="258"/>
            <ac:spMk id="252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40:15.955" v="256" actId="478"/>
          <ac:spMkLst>
            <pc:docMk/>
            <pc:sldMk cId="0" sldId="258"/>
            <ac:spMk id="253" creationId="{00000000-0000-0000-0000-000000000000}"/>
          </ac:spMkLst>
        </pc:spChg>
        <pc:spChg chg="mod">
          <ac:chgData name="Malak Yazbek" userId="131de4e4151932d3" providerId="LiveId" clId="{AA5F189F-0479-405C-A3C1-EC5E5C0857AA}" dt="2025-12-17T14:42:56.103" v="305" actId="1076"/>
          <ac:spMkLst>
            <pc:docMk/>
            <pc:sldMk cId="0" sldId="258"/>
            <ac:spMk id="254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39:53.755" v="250" actId="478"/>
          <ac:spMkLst>
            <pc:docMk/>
            <pc:sldMk cId="0" sldId="258"/>
            <ac:spMk id="255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40:03.054" v="252" actId="478"/>
          <ac:spMkLst>
            <pc:docMk/>
            <pc:sldMk cId="0" sldId="258"/>
            <ac:spMk id="256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39:53.755" v="250" actId="478"/>
          <ac:spMkLst>
            <pc:docMk/>
            <pc:sldMk cId="0" sldId="258"/>
            <ac:spMk id="257" creationId="{00000000-0000-0000-0000-000000000000}"/>
          </ac:spMkLst>
        </pc:spChg>
        <pc:spChg chg="mod">
          <ac:chgData name="Malak Yazbek" userId="131de4e4151932d3" providerId="LiveId" clId="{AA5F189F-0479-405C-A3C1-EC5E5C0857AA}" dt="2025-12-17T14:40:12.080" v="255" actId="20577"/>
          <ac:spMkLst>
            <pc:docMk/>
            <pc:sldMk cId="0" sldId="258"/>
            <ac:spMk id="260" creationId="{00000000-0000-0000-0000-000000000000}"/>
          </ac:spMkLst>
        </pc:spChg>
      </pc:sldChg>
      <pc:sldChg chg="modSp mod">
        <pc:chgData name="Malak Yazbek" userId="131de4e4151932d3" providerId="LiveId" clId="{AA5F189F-0479-405C-A3C1-EC5E5C0857AA}" dt="2025-12-17T15:57:41.897" v="356" actId="12"/>
        <pc:sldMkLst>
          <pc:docMk/>
          <pc:sldMk cId="0" sldId="259"/>
        </pc:sldMkLst>
        <pc:spChg chg="mod">
          <ac:chgData name="Malak Yazbek" userId="131de4e4151932d3" providerId="LiveId" clId="{AA5F189F-0479-405C-A3C1-EC5E5C0857AA}" dt="2025-12-17T15:57:41.897" v="356" actId="12"/>
          <ac:spMkLst>
            <pc:docMk/>
            <pc:sldMk cId="0" sldId="259"/>
            <ac:spMk id="265" creationId="{00000000-0000-0000-0000-000000000000}"/>
          </ac:spMkLst>
        </pc:spChg>
        <pc:spChg chg="mod">
          <ac:chgData name="Malak Yazbek" userId="131de4e4151932d3" providerId="LiveId" clId="{AA5F189F-0479-405C-A3C1-EC5E5C0857AA}" dt="2025-12-17T15:57:26.276" v="355" actId="1035"/>
          <ac:spMkLst>
            <pc:docMk/>
            <pc:sldMk cId="0" sldId="259"/>
            <ac:spMk id="266" creationId="{00000000-0000-0000-0000-000000000000}"/>
          </ac:spMkLst>
        </pc:spChg>
        <pc:spChg chg="mod">
          <ac:chgData name="Malak Yazbek" userId="131de4e4151932d3" providerId="LiveId" clId="{AA5F189F-0479-405C-A3C1-EC5E5C0857AA}" dt="2025-12-17T15:56:19.835" v="336" actId="20577"/>
          <ac:spMkLst>
            <pc:docMk/>
            <pc:sldMk cId="0" sldId="259"/>
            <ac:spMk id="269" creationId="{00000000-0000-0000-0000-000000000000}"/>
          </ac:spMkLst>
        </pc:spChg>
        <pc:picChg chg="mod">
          <ac:chgData name="Malak Yazbek" userId="131de4e4151932d3" providerId="LiveId" clId="{AA5F189F-0479-405C-A3C1-EC5E5C0857AA}" dt="2025-12-17T15:56:01.865" v="320" actId="12789"/>
          <ac:picMkLst>
            <pc:docMk/>
            <pc:sldMk cId="0" sldId="259"/>
            <ac:picMk id="267" creationId="{00000000-0000-0000-0000-000000000000}"/>
          </ac:picMkLst>
        </pc:picChg>
      </pc:sldChg>
      <pc:sldChg chg="addSp delSp modSp mod ord">
        <pc:chgData name="Malak Yazbek" userId="131de4e4151932d3" providerId="LiveId" clId="{AA5F189F-0479-405C-A3C1-EC5E5C0857AA}" dt="2025-12-17T15:45:16.573" v="314" actId="12789"/>
        <pc:sldMkLst>
          <pc:docMk/>
          <pc:sldMk cId="0" sldId="260"/>
        </pc:sldMkLst>
        <pc:spChg chg="add del mod">
          <ac:chgData name="Malak Yazbek" userId="131de4e4151932d3" providerId="LiveId" clId="{AA5F189F-0479-405C-A3C1-EC5E5C0857AA}" dt="2025-12-17T15:45:08.337" v="311" actId="478"/>
          <ac:spMkLst>
            <pc:docMk/>
            <pc:sldMk cId="0" sldId="260"/>
            <ac:spMk id="3" creationId="{885E5B23-1D2E-34CC-2883-62BECB8148F8}"/>
          </ac:spMkLst>
        </pc:spChg>
        <pc:spChg chg="add del mod">
          <ac:chgData name="Malak Yazbek" userId="131de4e4151932d3" providerId="LiveId" clId="{AA5F189F-0479-405C-A3C1-EC5E5C0857AA}" dt="2025-12-17T15:45:08.337" v="311" actId="478"/>
          <ac:spMkLst>
            <pc:docMk/>
            <pc:sldMk cId="0" sldId="260"/>
            <ac:spMk id="5" creationId="{0175F3BB-2454-513D-577F-E703A3B58170}"/>
          </ac:spMkLst>
        </pc:spChg>
        <pc:spChg chg="add del mod">
          <ac:chgData name="Malak Yazbek" userId="131de4e4151932d3" providerId="LiveId" clId="{AA5F189F-0479-405C-A3C1-EC5E5C0857AA}" dt="2025-12-17T15:45:08.337" v="311" actId="478"/>
          <ac:spMkLst>
            <pc:docMk/>
            <pc:sldMk cId="0" sldId="260"/>
            <ac:spMk id="7" creationId="{352A394C-45AE-FDEF-23EC-924423C0037C}"/>
          </ac:spMkLst>
        </pc:spChg>
        <pc:spChg chg="mod">
          <ac:chgData name="Malak Yazbek" userId="131de4e4151932d3" providerId="LiveId" clId="{AA5F189F-0479-405C-A3C1-EC5E5C0857AA}" dt="2025-12-17T15:45:11.171" v="312"/>
          <ac:spMkLst>
            <pc:docMk/>
            <pc:sldMk cId="0" sldId="260"/>
            <ac:spMk id="9" creationId="{D7B1A547-17AE-7F83-3E28-98614201BAF4}"/>
          </ac:spMkLst>
        </pc:spChg>
        <pc:spChg chg="mod">
          <ac:chgData name="Malak Yazbek" userId="131de4e4151932d3" providerId="LiveId" clId="{AA5F189F-0479-405C-A3C1-EC5E5C0857AA}" dt="2025-12-17T15:45:11.171" v="312"/>
          <ac:spMkLst>
            <pc:docMk/>
            <pc:sldMk cId="0" sldId="260"/>
            <ac:spMk id="10" creationId="{A573920D-BAEF-FBD2-E1C2-19E16FE36E6C}"/>
          </ac:spMkLst>
        </pc:spChg>
        <pc:spChg chg="del">
          <ac:chgData name="Malak Yazbek" userId="131de4e4151932d3" providerId="LiveId" clId="{AA5F189F-0479-405C-A3C1-EC5E5C0857AA}" dt="2025-12-17T15:45:05.433" v="310" actId="478"/>
          <ac:spMkLst>
            <pc:docMk/>
            <pc:sldMk cId="0" sldId="260"/>
            <ac:spMk id="274" creationId="{00000000-0000-0000-0000-000000000000}"/>
          </ac:spMkLst>
        </pc:spChg>
        <pc:spChg chg="del">
          <ac:chgData name="Malak Yazbek" userId="131de4e4151932d3" providerId="LiveId" clId="{AA5F189F-0479-405C-A3C1-EC5E5C0857AA}" dt="2025-12-17T15:45:05.433" v="310" actId="478"/>
          <ac:spMkLst>
            <pc:docMk/>
            <pc:sldMk cId="0" sldId="260"/>
            <ac:spMk id="275" creationId="{00000000-0000-0000-0000-000000000000}"/>
          </ac:spMkLst>
        </pc:spChg>
        <pc:spChg chg="del">
          <ac:chgData name="Malak Yazbek" userId="131de4e4151932d3" providerId="LiveId" clId="{AA5F189F-0479-405C-A3C1-EC5E5C0857AA}" dt="2025-12-17T15:45:05.433" v="310" actId="478"/>
          <ac:spMkLst>
            <pc:docMk/>
            <pc:sldMk cId="0" sldId="260"/>
            <ac:spMk id="276" creationId="{00000000-0000-0000-0000-000000000000}"/>
          </ac:spMkLst>
        </pc:spChg>
        <pc:spChg chg="del">
          <ac:chgData name="Malak Yazbek" userId="131de4e4151932d3" providerId="LiveId" clId="{AA5F189F-0479-405C-A3C1-EC5E5C0857AA}" dt="2025-12-17T15:45:05.433" v="310" actId="478"/>
          <ac:spMkLst>
            <pc:docMk/>
            <pc:sldMk cId="0" sldId="260"/>
            <ac:spMk id="277" creationId="{00000000-0000-0000-0000-000000000000}"/>
          </ac:spMkLst>
        </pc:spChg>
        <pc:spChg chg="mod">
          <ac:chgData name="Malak Yazbek" userId="131de4e4151932d3" providerId="LiveId" clId="{AA5F189F-0479-405C-A3C1-EC5E5C0857AA}" dt="2025-12-17T15:44:58.370" v="309" actId="20577"/>
          <ac:spMkLst>
            <pc:docMk/>
            <pc:sldMk cId="0" sldId="260"/>
            <ac:spMk id="279" creationId="{00000000-0000-0000-0000-000000000000}"/>
          </ac:spMkLst>
        </pc:spChg>
        <pc:grpChg chg="add mod">
          <ac:chgData name="Malak Yazbek" userId="131de4e4151932d3" providerId="LiveId" clId="{AA5F189F-0479-405C-A3C1-EC5E5C0857AA}" dt="2025-12-17T15:45:16.573" v="314" actId="12789"/>
          <ac:grpSpMkLst>
            <pc:docMk/>
            <pc:sldMk cId="0" sldId="260"/>
            <ac:grpSpMk id="8" creationId="{42D8F3FE-4D8E-01FF-5F1D-4B5AE7D1AC1C}"/>
          </ac:grpSpMkLst>
        </pc:grpChg>
      </pc:sldChg>
      <pc:sldChg chg="addSp modSp mod">
        <pc:chgData name="Malak Yazbek" userId="131de4e4151932d3" providerId="LiveId" clId="{AA5F189F-0479-405C-A3C1-EC5E5C0857AA}" dt="2025-12-17T16:02:39.118" v="643" actId="1035"/>
        <pc:sldMkLst>
          <pc:docMk/>
          <pc:sldMk cId="0" sldId="261"/>
        </pc:sldMkLst>
        <pc:spChg chg="add">
          <ac:chgData name="Malak Yazbek" userId="131de4e4151932d3" providerId="LiveId" clId="{AA5F189F-0479-405C-A3C1-EC5E5C0857AA}" dt="2025-12-17T15:59:47.316" v="396"/>
          <ac:spMkLst>
            <pc:docMk/>
            <pc:sldMk cId="0" sldId="261"/>
            <ac:spMk id="2" creationId="{5BF33B67-4924-ED3C-0E41-6526D5A79929}"/>
          </ac:spMkLst>
        </pc:spChg>
        <pc:spChg chg="add">
          <ac:chgData name="Malak Yazbek" userId="131de4e4151932d3" providerId="LiveId" clId="{AA5F189F-0479-405C-A3C1-EC5E5C0857AA}" dt="2025-12-17T16:00:19.129" v="437"/>
          <ac:spMkLst>
            <pc:docMk/>
            <pc:sldMk cId="0" sldId="261"/>
            <ac:spMk id="3" creationId="{DA0F3286-FE88-5C46-70CD-26594791D59F}"/>
          </ac:spMkLst>
        </pc:spChg>
        <pc:spChg chg="add">
          <ac:chgData name="Malak Yazbek" userId="131de4e4151932d3" providerId="LiveId" clId="{AA5F189F-0479-405C-A3C1-EC5E5C0857AA}" dt="2025-12-17T16:00:22.491" v="438"/>
          <ac:spMkLst>
            <pc:docMk/>
            <pc:sldMk cId="0" sldId="261"/>
            <ac:spMk id="4" creationId="{C0DEE291-5AC1-EFB0-0423-1AC11952B438}"/>
          </ac:spMkLst>
        </pc:spChg>
        <pc:spChg chg="add">
          <ac:chgData name="Malak Yazbek" userId="131de4e4151932d3" providerId="LiveId" clId="{AA5F189F-0479-405C-A3C1-EC5E5C0857AA}" dt="2025-12-17T16:00:35.939" v="473"/>
          <ac:spMkLst>
            <pc:docMk/>
            <pc:sldMk cId="0" sldId="261"/>
            <ac:spMk id="5" creationId="{FEBCDE93-CF0B-A2EA-92B8-8BE783BEFFDD}"/>
          </ac:spMkLst>
        </pc:spChg>
        <pc:spChg chg="mod">
          <ac:chgData name="Malak Yazbek" userId="131de4e4151932d3" providerId="LiveId" clId="{AA5F189F-0479-405C-A3C1-EC5E5C0857AA}" dt="2025-12-17T16:02:39.118" v="643" actId="1035"/>
          <ac:spMkLst>
            <pc:docMk/>
            <pc:sldMk cId="0" sldId="261"/>
            <ac:spMk id="284" creationId="{00000000-0000-0000-0000-000000000000}"/>
          </ac:spMkLst>
        </pc:spChg>
        <pc:spChg chg="mod">
          <ac:chgData name="Malak Yazbek" userId="131de4e4151932d3" providerId="LiveId" clId="{AA5F189F-0479-405C-A3C1-EC5E5C0857AA}" dt="2025-12-17T16:02:39.118" v="643" actId="1035"/>
          <ac:spMkLst>
            <pc:docMk/>
            <pc:sldMk cId="0" sldId="261"/>
            <ac:spMk id="285" creationId="{00000000-0000-0000-0000-000000000000}"/>
          </ac:spMkLst>
        </pc:spChg>
      </pc:sldChg>
      <pc:sldChg chg="addSp delSp modSp mod">
        <pc:chgData name="Malak Yazbek" userId="131de4e4151932d3" providerId="LiveId" clId="{AA5F189F-0479-405C-A3C1-EC5E5C0857AA}" dt="2025-12-17T16:39:11.584" v="1638" actId="1038"/>
        <pc:sldMkLst>
          <pc:docMk/>
          <pc:sldMk cId="0" sldId="262"/>
        </pc:sldMkLst>
        <pc:spChg chg="add del mod">
          <ac:chgData name="Malak Yazbek" userId="131de4e4151932d3" providerId="LiveId" clId="{AA5F189F-0479-405C-A3C1-EC5E5C0857AA}" dt="2025-12-17T16:36:15.090" v="1439" actId="478"/>
          <ac:spMkLst>
            <pc:docMk/>
            <pc:sldMk cId="0" sldId="262"/>
            <ac:spMk id="3" creationId="{3A3BE392-EF4E-AC64-D238-7AF31D30D7F3}"/>
          </ac:spMkLst>
        </pc:spChg>
        <pc:spChg chg="add del mod">
          <ac:chgData name="Malak Yazbek" userId="131de4e4151932d3" providerId="LiveId" clId="{AA5F189F-0479-405C-A3C1-EC5E5C0857AA}" dt="2025-12-17T16:36:17.235" v="1440" actId="478"/>
          <ac:spMkLst>
            <pc:docMk/>
            <pc:sldMk cId="0" sldId="262"/>
            <ac:spMk id="5" creationId="{1B4FB909-5E18-4D22-BB23-07434BD5F3B8}"/>
          </ac:spMkLst>
        </pc:spChg>
        <pc:spChg chg="add del mod">
          <ac:chgData name="Malak Yazbek" userId="131de4e4151932d3" providerId="LiveId" clId="{AA5F189F-0479-405C-A3C1-EC5E5C0857AA}" dt="2025-12-17T16:36:15.090" v="1439" actId="478"/>
          <ac:spMkLst>
            <pc:docMk/>
            <pc:sldMk cId="0" sldId="262"/>
            <ac:spMk id="7" creationId="{F2FB9113-A80E-5956-E357-B6EE02A25D5C}"/>
          </ac:spMkLst>
        </pc:spChg>
        <pc:spChg chg="add del mod">
          <ac:chgData name="Malak Yazbek" userId="131de4e4151932d3" providerId="LiveId" clId="{AA5F189F-0479-405C-A3C1-EC5E5C0857AA}" dt="2025-12-17T16:36:17.235" v="1440" actId="478"/>
          <ac:spMkLst>
            <pc:docMk/>
            <pc:sldMk cId="0" sldId="262"/>
            <ac:spMk id="9" creationId="{6D6DDE66-364E-325E-A972-36EB859AF03A}"/>
          </ac:spMkLst>
        </pc:spChg>
        <pc:spChg chg="mod">
          <ac:chgData name="Malak Yazbek" userId="131de4e4151932d3" providerId="LiveId" clId="{AA5F189F-0479-405C-A3C1-EC5E5C0857AA}" dt="2025-12-17T16:39:11.584" v="1638" actId="1038"/>
          <ac:spMkLst>
            <pc:docMk/>
            <pc:sldMk cId="0" sldId="262"/>
            <ac:spMk id="291" creationId="{00000000-0000-0000-0000-000000000000}"/>
          </ac:spMkLst>
        </pc:spChg>
        <pc:spChg chg="del mod">
          <ac:chgData name="Malak Yazbek" userId="131de4e4151932d3" providerId="LiveId" clId="{AA5F189F-0479-405C-A3C1-EC5E5C0857AA}" dt="2025-12-17T16:36:11.803" v="1438" actId="478"/>
          <ac:spMkLst>
            <pc:docMk/>
            <pc:sldMk cId="0" sldId="262"/>
            <ac:spMk id="292" creationId="{00000000-0000-0000-0000-000000000000}"/>
          </ac:spMkLst>
        </pc:spChg>
        <pc:spChg chg="del">
          <ac:chgData name="Malak Yazbek" userId="131de4e4151932d3" providerId="LiveId" clId="{AA5F189F-0479-405C-A3C1-EC5E5C0857AA}" dt="2025-12-17T16:36:11.803" v="1438" actId="478"/>
          <ac:spMkLst>
            <pc:docMk/>
            <pc:sldMk cId="0" sldId="262"/>
            <ac:spMk id="293" creationId="{00000000-0000-0000-0000-000000000000}"/>
          </ac:spMkLst>
        </pc:spChg>
        <pc:spChg chg="del mod">
          <ac:chgData name="Malak Yazbek" userId="131de4e4151932d3" providerId="LiveId" clId="{AA5F189F-0479-405C-A3C1-EC5E5C0857AA}" dt="2025-12-17T16:36:11.803" v="1438" actId="478"/>
          <ac:spMkLst>
            <pc:docMk/>
            <pc:sldMk cId="0" sldId="262"/>
            <ac:spMk id="294" creationId="{00000000-0000-0000-0000-000000000000}"/>
          </ac:spMkLst>
        </pc:spChg>
        <pc:spChg chg="del">
          <ac:chgData name="Malak Yazbek" userId="131de4e4151932d3" providerId="LiveId" clId="{AA5F189F-0479-405C-A3C1-EC5E5C0857AA}" dt="2025-12-17T16:36:11.803" v="1438" actId="478"/>
          <ac:spMkLst>
            <pc:docMk/>
            <pc:sldMk cId="0" sldId="262"/>
            <ac:spMk id="295" creationId="{00000000-0000-0000-0000-000000000000}"/>
          </ac:spMkLst>
        </pc:spChg>
        <pc:picChg chg="mod">
          <ac:chgData name="Malak Yazbek" userId="131de4e4151932d3" providerId="LiveId" clId="{AA5F189F-0479-405C-A3C1-EC5E5C0857AA}" dt="2025-12-17T16:39:11.584" v="1638" actId="1038"/>
          <ac:picMkLst>
            <pc:docMk/>
            <pc:sldMk cId="0" sldId="262"/>
            <ac:picMk id="296" creationId="{00000000-0000-0000-0000-000000000000}"/>
          </ac:picMkLst>
        </pc:picChg>
      </pc:sldChg>
      <pc:sldChg chg="addSp delSp modSp mod ord">
        <pc:chgData name="Malak Yazbek" userId="131de4e4151932d3" providerId="LiveId" clId="{AA5F189F-0479-405C-A3C1-EC5E5C0857AA}" dt="2025-12-17T16:08:14.236" v="846" actId="1035"/>
        <pc:sldMkLst>
          <pc:docMk/>
          <pc:sldMk cId="0" sldId="263"/>
        </pc:sldMkLst>
        <pc:spChg chg="add del mod">
          <ac:chgData name="Malak Yazbek" userId="131de4e4151932d3" providerId="LiveId" clId="{AA5F189F-0479-405C-A3C1-EC5E5C0857AA}" dt="2025-12-17T16:04:00.901" v="649" actId="478"/>
          <ac:spMkLst>
            <pc:docMk/>
            <pc:sldMk cId="0" sldId="263"/>
            <ac:spMk id="3" creationId="{BE21F239-BAD4-13CA-C26D-0E140748B24E}"/>
          </ac:spMkLst>
        </pc:spChg>
        <pc:spChg chg="add mod">
          <ac:chgData name="Malak Yazbek" userId="131de4e4151932d3" providerId="LiveId" clId="{AA5F189F-0479-405C-A3C1-EC5E5C0857AA}" dt="2025-12-17T16:08:14.236" v="846" actId="1035"/>
          <ac:spMkLst>
            <pc:docMk/>
            <pc:sldMk cId="0" sldId="263"/>
            <ac:spMk id="5" creationId="{82B15D05-0D22-6951-D1E4-2784442408C3}"/>
          </ac:spMkLst>
        </pc:spChg>
        <pc:spChg chg="add del mod">
          <ac:chgData name="Malak Yazbek" userId="131de4e4151932d3" providerId="LiveId" clId="{AA5F189F-0479-405C-A3C1-EC5E5C0857AA}" dt="2025-12-17T16:03:58.155" v="648" actId="478"/>
          <ac:spMkLst>
            <pc:docMk/>
            <pc:sldMk cId="0" sldId="263"/>
            <ac:spMk id="7" creationId="{3DB889B6-65D1-FB7F-B782-F824F13ADCF3}"/>
          </ac:spMkLst>
        </pc:spChg>
        <pc:spChg chg="add del mod">
          <ac:chgData name="Malak Yazbek" userId="131de4e4151932d3" providerId="LiveId" clId="{AA5F189F-0479-405C-A3C1-EC5E5C0857AA}" dt="2025-12-17T16:03:58.155" v="648" actId="478"/>
          <ac:spMkLst>
            <pc:docMk/>
            <pc:sldMk cId="0" sldId="263"/>
            <ac:spMk id="9" creationId="{2B2CB4B4-6954-23AE-DCE4-AE23AB82ADDD}"/>
          </ac:spMkLst>
        </pc:spChg>
        <pc:spChg chg="add del mod">
          <ac:chgData name="Malak Yazbek" userId="131de4e4151932d3" providerId="LiveId" clId="{AA5F189F-0479-405C-A3C1-EC5E5C0857AA}" dt="2025-12-17T16:03:58.155" v="648" actId="478"/>
          <ac:spMkLst>
            <pc:docMk/>
            <pc:sldMk cId="0" sldId="263"/>
            <ac:spMk id="11" creationId="{49D45719-2879-25D0-6F6E-51D60DEEFF27}"/>
          </ac:spMkLst>
        </pc:spChg>
        <pc:spChg chg="add del mod">
          <ac:chgData name="Malak Yazbek" userId="131de4e4151932d3" providerId="LiveId" clId="{AA5F189F-0479-405C-A3C1-EC5E5C0857AA}" dt="2025-12-17T16:03:58.155" v="648" actId="478"/>
          <ac:spMkLst>
            <pc:docMk/>
            <pc:sldMk cId="0" sldId="263"/>
            <ac:spMk id="13" creationId="{4B5F4EFA-E01B-5F66-823A-447517725CD2}"/>
          </ac:spMkLst>
        </pc:spChg>
        <pc:spChg chg="mod">
          <ac:chgData name="Malak Yazbek" userId="131de4e4151932d3" providerId="LiveId" clId="{AA5F189F-0479-405C-A3C1-EC5E5C0857AA}" dt="2025-12-17T16:08:14.236" v="846" actId="1035"/>
          <ac:spMkLst>
            <pc:docMk/>
            <pc:sldMk cId="0" sldId="263"/>
            <ac:spMk id="301" creationId="{00000000-0000-0000-0000-000000000000}"/>
          </ac:spMkLst>
        </pc:spChg>
        <pc:spChg chg="del">
          <ac:chgData name="Malak Yazbek" userId="131de4e4151932d3" providerId="LiveId" clId="{AA5F189F-0479-405C-A3C1-EC5E5C0857AA}" dt="2025-12-17T16:03:54.780" v="647" actId="478"/>
          <ac:spMkLst>
            <pc:docMk/>
            <pc:sldMk cId="0" sldId="263"/>
            <ac:spMk id="302" creationId="{00000000-0000-0000-0000-000000000000}"/>
          </ac:spMkLst>
        </pc:spChg>
        <pc:spChg chg="del">
          <ac:chgData name="Malak Yazbek" userId="131de4e4151932d3" providerId="LiveId" clId="{AA5F189F-0479-405C-A3C1-EC5E5C0857AA}" dt="2025-12-17T16:03:54.780" v="647" actId="478"/>
          <ac:spMkLst>
            <pc:docMk/>
            <pc:sldMk cId="0" sldId="263"/>
            <ac:spMk id="303" creationId="{00000000-0000-0000-0000-000000000000}"/>
          </ac:spMkLst>
        </pc:spChg>
        <pc:spChg chg="del">
          <ac:chgData name="Malak Yazbek" userId="131de4e4151932d3" providerId="LiveId" clId="{AA5F189F-0479-405C-A3C1-EC5E5C0857AA}" dt="2025-12-17T16:03:54.780" v="647" actId="478"/>
          <ac:spMkLst>
            <pc:docMk/>
            <pc:sldMk cId="0" sldId="263"/>
            <ac:spMk id="304" creationId="{00000000-0000-0000-0000-000000000000}"/>
          </ac:spMkLst>
        </pc:spChg>
        <pc:spChg chg="del">
          <ac:chgData name="Malak Yazbek" userId="131de4e4151932d3" providerId="LiveId" clId="{AA5F189F-0479-405C-A3C1-EC5E5C0857AA}" dt="2025-12-17T16:03:54.780" v="647" actId="478"/>
          <ac:spMkLst>
            <pc:docMk/>
            <pc:sldMk cId="0" sldId="263"/>
            <ac:spMk id="305" creationId="{00000000-0000-0000-0000-000000000000}"/>
          </ac:spMkLst>
        </pc:spChg>
        <pc:spChg chg="del">
          <ac:chgData name="Malak Yazbek" userId="131de4e4151932d3" providerId="LiveId" clId="{AA5F189F-0479-405C-A3C1-EC5E5C0857AA}" dt="2025-12-17T16:03:54.780" v="647" actId="478"/>
          <ac:spMkLst>
            <pc:docMk/>
            <pc:sldMk cId="0" sldId="263"/>
            <ac:spMk id="306" creationId="{00000000-0000-0000-0000-000000000000}"/>
          </ac:spMkLst>
        </pc:spChg>
        <pc:spChg chg="del">
          <ac:chgData name="Malak Yazbek" userId="131de4e4151932d3" providerId="LiveId" clId="{AA5F189F-0479-405C-A3C1-EC5E5C0857AA}" dt="2025-12-17T16:03:54.780" v="647" actId="478"/>
          <ac:spMkLst>
            <pc:docMk/>
            <pc:sldMk cId="0" sldId="263"/>
            <ac:spMk id="307" creationId="{00000000-0000-0000-0000-000000000000}"/>
          </ac:spMkLst>
        </pc:spChg>
        <pc:spChg chg="del">
          <ac:chgData name="Malak Yazbek" userId="131de4e4151932d3" providerId="LiveId" clId="{AA5F189F-0479-405C-A3C1-EC5E5C0857AA}" dt="2025-12-17T16:03:54.780" v="647" actId="478"/>
          <ac:spMkLst>
            <pc:docMk/>
            <pc:sldMk cId="0" sldId="263"/>
            <ac:spMk id="308" creationId="{00000000-0000-0000-0000-000000000000}"/>
          </ac:spMkLst>
        </pc:spChg>
        <pc:spChg chg="del">
          <ac:chgData name="Malak Yazbek" userId="131de4e4151932d3" providerId="LiveId" clId="{AA5F189F-0479-405C-A3C1-EC5E5C0857AA}" dt="2025-12-17T16:03:54.780" v="647" actId="478"/>
          <ac:spMkLst>
            <pc:docMk/>
            <pc:sldMk cId="0" sldId="263"/>
            <ac:spMk id="309" creationId="{00000000-0000-0000-0000-000000000000}"/>
          </ac:spMkLst>
        </pc:spChg>
        <pc:spChg chg="del">
          <ac:chgData name="Malak Yazbek" userId="131de4e4151932d3" providerId="LiveId" clId="{AA5F189F-0479-405C-A3C1-EC5E5C0857AA}" dt="2025-12-17T16:03:54.780" v="647" actId="478"/>
          <ac:spMkLst>
            <pc:docMk/>
            <pc:sldMk cId="0" sldId="263"/>
            <ac:spMk id="310" creationId="{00000000-0000-0000-0000-000000000000}"/>
          </ac:spMkLst>
        </pc:spChg>
      </pc:sldChg>
      <pc:sldChg chg="addSp modSp mod ord">
        <pc:chgData name="Malak Yazbek" userId="131de4e4151932d3" providerId="LiveId" clId="{AA5F189F-0479-405C-A3C1-EC5E5C0857AA}" dt="2025-12-17T16:29:07.149" v="1340" actId="1036"/>
        <pc:sldMkLst>
          <pc:docMk/>
          <pc:sldMk cId="0" sldId="264"/>
        </pc:sldMkLst>
        <pc:spChg chg="add mod">
          <ac:chgData name="Malak Yazbek" userId="131de4e4151932d3" providerId="LiveId" clId="{AA5F189F-0479-405C-A3C1-EC5E5C0857AA}" dt="2025-12-17T16:25:57.621" v="1227" actId="571"/>
          <ac:spMkLst>
            <pc:docMk/>
            <pc:sldMk cId="0" sldId="264"/>
            <ac:spMk id="2" creationId="{2DA525C5-7CA1-4A57-FF82-54EBAEA2B63D}"/>
          </ac:spMkLst>
        </pc:spChg>
        <pc:spChg chg="add mod">
          <ac:chgData name="Malak Yazbek" userId="131de4e4151932d3" providerId="LiveId" clId="{AA5F189F-0479-405C-A3C1-EC5E5C0857AA}" dt="2025-12-17T16:25:57.621" v="1227" actId="571"/>
          <ac:spMkLst>
            <pc:docMk/>
            <pc:sldMk cId="0" sldId="264"/>
            <ac:spMk id="3" creationId="{EBD5590A-9E55-20E8-7A62-791FBF5A0514}"/>
          </ac:spMkLst>
        </pc:spChg>
        <pc:spChg chg="mod">
          <ac:chgData name="Malak Yazbek" userId="131de4e4151932d3" providerId="LiveId" clId="{AA5F189F-0479-405C-A3C1-EC5E5C0857AA}" dt="2025-12-17T16:29:07.149" v="1340" actId="1036"/>
          <ac:spMkLst>
            <pc:docMk/>
            <pc:sldMk cId="0" sldId="264"/>
            <ac:spMk id="315" creationId="{00000000-0000-0000-0000-000000000000}"/>
          </ac:spMkLst>
        </pc:spChg>
        <pc:spChg chg="mod">
          <ac:chgData name="Malak Yazbek" userId="131de4e4151932d3" providerId="LiveId" clId="{AA5F189F-0479-405C-A3C1-EC5E5C0857AA}" dt="2025-12-17T16:29:07.149" v="1340" actId="1036"/>
          <ac:spMkLst>
            <pc:docMk/>
            <pc:sldMk cId="0" sldId="264"/>
            <ac:spMk id="316" creationId="{00000000-0000-0000-0000-000000000000}"/>
          </ac:spMkLst>
        </pc:spChg>
        <pc:spChg chg="mod">
          <ac:chgData name="Malak Yazbek" userId="131de4e4151932d3" providerId="LiveId" clId="{AA5F189F-0479-405C-A3C1-EC5E5C0857AA}" dt="2025-12-17T16:26:38.290" v="1275" actId="20577"/>
          <ac:spMkLst>
            <pc:docMk/>
            <pc:sldMk cId="0" sldId="264"/>
            <ac:spMk id="318" creationId="{00000000-0000-0000-0000-000000000000}"/>
          </ac:spMkLst>
        </pc:spChg>
      </pc:sldChg>
      <pc:sldChg chg="add del">
        <pc:chgData name="Malak Yazbek" userId="131de4e4151932d3" providerId="LiveId" clId="{AA5F189F-0479-405C-A3C1-EC5E5C0857AA}" dt="2025-12-17T16:11:56.900" v="854" actId="47"/>
        <pc:sldMkLst>
          <pc:docMk/>
          <pc:sldMk cId="0" sldId="265"/>
        </pc:sldMkLst>
      </pc:sldChg>
      <pc:sldChg chg="addSp delSp modSp mod ord">
        <pc:chgData name="Malak Yazbek" userId="131de4e4151932d3" providerId="LiveId" clId="{AA5F189F-0479-405C-A3C1-EC5E5C0857AA}" dt="2025-12-17T16:19:02.587" v="1066" actId="12"/>
        <pc:sldMkLst>
          <pc:docMk/>
          <pc:sldMk cId="0" sldId="266"/>
        </pc:sldMkLst>
        <pc:spChg chg="add del mod">
          <ac:chgData name="Malak Yazbek" userId="131de4e4151932d3" providerId="LiveId" clId="{AA5F189F-0479-405C-A3C1-EC5E5C0857AA}" dt="2025-12-17T16:13:18.805" v="897" actId="478"/>
          <ac:spMkLst>
            <pc:docMk/>
            <pc:sldMk cId="0" sldId="266"/>
            <ac:spMk id="3" creationId="{33FFED5A-5E5B-1FEC-2740-B1DA65ECE74A}"/>
          </ac:spMkLst>
        </pc:spChg>
        <pc:spChg chg="add del mod">
          <ac:chgData name="Malak Yazbek" userId="131de4e4151932d3" providerId="LiveId" clId="{AA5F189F-0479-405C-A3C1-EC5E5C0857AA}" dt="2025-12-17T16:13:17.800" v="896" actId="478"/>
          <ac:spMkLst>
            <pc:docMk/>
            <pc:sldMk cId="0" sldId="266"/>
            <ac:spMk id="5" creationId="{ED71072D-DD60-75AD-361F-E0514E0EDD11}"/>
          </ac:spMkLst>
        </pc:spChg>
        <pc:spChg chg="add">
          <ac:chgData name="Malak Yazbek" userId="131de4e4151932d3" providerId="LiveId" clId="{AA5F189F-0479-405C-A3C1-EC5E5C0857AA}" dt="2025-12-17T16:13:23.077" v="898"/>
          <ac:spMkLst>
            <pc:docMk/>
            <pc:sldMk cId="0" sldId="266"/>
            <ac:spMk id="6" creationId="{E8A17507-D005-28F7-EBB3-F20F4C8A3901}"/>
          </ac:spMkLst>
        </pc:spChg>
        <pc:spChg chg="add del mod">
          <ac:chgData name="Malak Yazbek" userId="131de4e4151932d3" providerId="LiveId" clId="{AA5F189F-0479-405C-A3C1-EC5E5C0857AA}" dt="2025-12-17T16:16:31.157" v="1030" actId="478"/>
          <ac:spMkLst>
            <pc:docMk/>
            <pc:sldMk cId="0" sldId="266"/>
            <ac:spMk id="8" creationId="{9D09B866-3937-8293-84E1-B16FAAB1764C}"/>
          </ac:spMkLst>
        </pc:spChg>
        <pc:spChg chg="add del mod">
          <ac:chgData name="Malak Yazbek" userId="131de4e4151932d3" providerId="LiveId" clId="{AA5F189F-0479-405C-A3C1-EC5E5C0857AA}" dt="2025-12-17T16:16:31.157" v="1030" actId="478"/>
          <ac:spMkLst>
            <pc:docMk/>
            <pc:sldMk cId="0" sldId="266"/>
            <ac:spMk id="10" creationId="{F25DE250-72A2-ADE2-4CAD-D1AE151CA67B}"/>
          </ac:spMkLst>
        </pc:spChg>
        <pc:spChg chg="add del mod">
          <ac:chgData name="Malak Yazbek" userId="131de4e4151932d3" providerId="LiveId" clId="{AA5F189F-0479-405C-A3C1-EC5E5C0857AA}" dt="2025-12-17T16:16:31.157" v="1030" actId="478"/>
          <ac:spMkLst>
            <pc:docMk/>
            <pc:sldMk cId="0" sldId="266"/>
            <ac:spMk id="12" creationId="{FD86B40C-9157-A215-ECCE-1F42FD4389DF}"/>
          </ac:spMkLst>
        </pc:spChg>
        <pc:spChg chg="add del mod">
          <ac:chgData name="Malak Yazbek" userId="131de4e4151932d3" providerId="LiveId" clId="{AA5F189F-0479-405C-A3C1-EC5E5C0857AA}" dt="2025-12-17T16:16:31.157" v="1030" actId="478"/>
          <ac:spMkLst>
            <pc:docMk/>
            <pc:sldMk cId="0" sldId="266"/>
            <ac:spMk id="14" creationId="{5B5D950A-41BF-5198-2E8B-0689B180C3D4}"/>
          </ac:spMkLst>
        </pc:spChg>
        <pc:spChg chg="add del mod">
          <ac:chgData name="Malak Yazbek" userId="131de4e4151932d3" providerId="LiveId" clId="{AA5F189F-0479-405C-A3C1-EC5E5C0857AA}" dt="2025-12-17T16:16:39.400" v="1033" actId="478"/>
          <ac:spMkLst>
            <pc:docMk/>
            <pc:sldMk cId="0" sldId="266"/>
            <ac:spMk id="16" creationId="{2B63EBD2-6D85-C9EF-100B-E9EAEB9F21CB}"/>
          </ac:spMkLst>
        </pc:spChg>
        <pc:spChg chg="add del mod">
          <ac:chgData name="Malak Yazbek" userId="131de4e4151932d3" providerId="LiveId" clId="{AA5F189F-0479-405C-A3C1-EC5E5C0857AA}" dt="2025-12-17T16:16:36.263" v="1032" actId="478"/>
          <ac:spMkLst>
            <pc:docMk/>
            <pc:sldMk cId="0" sldId="266"/>
            <ac:spMk id="18" creationId="{C66E896A-CC8B-70AF-13A0-3AC3E71A081F}"/>
          </ac:spMkLst>
        </pc:spChg>
        <pc:spChg chg="add del mod">
          <ac:chgData name="Malak Yazbek" userId="131de4e4151932d3" providerId="LiveId" clId="{AA5F189F-0479-405C-A3C1-EC5E5C0857AA}" dt="2025-12-17T16:16:36.263" v="1032" actId="478"/>
          <ac:spMkLst>
            <pc:docMk/>
            <pc:sldMk cId="0" sldId="266"/>
            <ac:spMk id="20" creationId="{11AE1543-6C3D-EEDF-BBEF-6C7C2B856265}"/>
          </ac:spMkLst>
        </pc:spChg>
        <pc:spChg chg="add del mod">
          <ac:chgData name="Malak Yazbek" userId="131de4e4151932d3" providerId="LiveId" clId="{AA5F189F-0479-405C-A3C1-EC5E5C0857AA}" dt="2025-12-17T16:16:36.263" v="1032" actId="478"/>
          <ac:spMkLst>
            <pc:docMk/>
            <pc:sldMk cId="0" sldId="266"/>
            <ac:spMk id="22" creationId="{B4158A64-99C3-A2A5-DAD1-2AF275A0CA60}"/>
          </ac:spMkLst>
        </pc:spChg>
        <pc:spChg chg="add mod">
          <ac:chgData name="Malak Yazbek" userId="131de4e4151932d3" providerId="LiveId" clId="{AA5F189F-0479-405C-A3C1-EC5E5C0857AA}" dt="2025-12-17T16:17:35.742" v="1052" actId="20577"/>
          <ac:spMkLst>
            <pc:docMk/>
            <pc:sldMk cId="0" sldId="266"/>
            <ac:spMk id="23" creationId="{3EF5A1A5-F7D6-EAE3-BDB2-A5CE743EB86A}"/>
          </ac:spMkLst>
        </pc:spChg>
        <pc:spChg chg="add mod">
          <ac:chgData name="Malak Yazbek" userId="131de4e4151932d3" providerId="LiveId" clId="{AA5F189F-0479-405C-A3C1-EC5E5C0857AA}" dt="2025-12-17T16:19:02.587" v="1066" actId="12"/>
          <ac:spMkLst>
            <pc:docMk/>
            <pc:sldMk cId="0" sldId="266"/>
            <ac:spMk id="24" creationId="{7657992C-313F-A880-B275-2FA53B128B55}"/>
          </ac:spMkLst>
        </pc:spChg>
        <pc:spChg chg="del mod">
          <ac:chgData name="Malak Yazbek" userId="131de4e4151932d3" providerId="LiveId" clId="{AA5F189F-0479-405C-A3C1-EC5E5C0857AA}" dt="2025-12-17T16:13:14.934" v="894" actId="478"/>
          <ac:spMkLst>
            <pc:docMk/>
            <pc:sldMk cId="0" sldId="266"/>
            <ac:spMk id="347" creationId="{00000000-0000-0000-0000-000000000000}"/>
          </ac:spMkLst>
        </pc:spChg>
        <pc:spChg chg="mod">
          <ac:chgData name="Malak Yazbek" userId="131de4e4151932d3" providerId="LiveId" clId="{AA5F189F-0479-405C-A3C1-EC5E5C0857AA}" dt="2025-12-17T16:12:58.629" v="891" actId="12788"/>
          <ac:spMkLst>
            <pc:docMk/>
            <pc:sldMk cId="0" sldId="266"/>
            <ac:spMk id="348" creationId="{00000000-0000-0000-0000-000000000000}"/>
          </ac:spMkLst>
        </pc:spChg>
        <pc:spChg chg="mod">
          <ac:chgData name="Malak Yazbek" userId="131de4e4151932d3" providerId="LiveId" clId="{AA5F189F-0479-405C-A3C1-EC5E5C0857AA}" dt="2025-12-17T16:17:12.518" v="1048" actId="1038"/>
          <ac:spMkLst>
            <pc:docMk/>
            <pc:sldMk cId="0" sldId="266"/>
            <ac:spMk id="349" creationId="{00000000-0000-0000-0000-000000000000}"/>
          </ac:spMkLst>
        </pc:spChg>
        <pc:spChg chg="mod">
          <ac:chgData name="Malak Yazbek" userId="131de4e4151932d3" providerId="LiveId" clId="{AA5F189F-0479-405C-A3C1-EC5E5C0857AA}" dt="2025-12-17T16:17:12.518" v="1048" actId="1038"/>
          <ac:spMkLst>
            <pc:docMk/>
            <pc:sldMk cId="0" sldId="266"/>
            <ac:spMk id="350" creationId="{00000000-0000-0000-0000-000000000000}"/>
          </ac:spMkLst>
        </pc:spChg>
        <pc:spChg chg="add del">
          <ac:chgData name="Malak Yazbek" userId="131de4e4151932d3" providerId="LiveId" clId="{AA5F189F-0479-405C-A3C1-EC5E5C0857AA}" dt="2025-12-17T16:16:32.977" v="1031" actId="478"/>
          <ac:spMkLst>
            <pc:docMk/>
            <pc:sldMk cId="0" sldId="266"/>
            <ac:spMk id="351" creationId="{00000000-0000-0000-0000-000000000000}"/>
          </ac:spMkLst>
        </pc:spChg>
        <pc:spChg chg="add del">
          <ac:chgData name="Malak Yazbek" userId="131de4e4151932d3" providerId="LiveId" clId="{AA5F189F-0479-405C-A3C1-EC5E5C0857AA}" dt="2025-12-17T16:16:32.977" v="1031" actId="478"/>
          <ac:spMkLst>
            <pc:docMk/>
            <pc:sldMk cId="0" sldId="266"/>
            <ac:spMk id="352" creationId="{00000000-0000-0000-0000-000000000000}"/>
          </ac:spMkLst>
        </pc:spChg>
        <pc:spChg chg="del">
          <ac:chgData name="Malak Yazbek" userId="131de4e4151932d3" providerId="LiveId" clId="{AA5F189F-0479-405C-A3C1-EC5E5C0857AA}" dt="2025-12-17T16:13:16.079" v="895" actId="478"/>
          <ac:spMkLst>
            <pc:docMk/>
            <pc:sldMk cId="0" sldId="266"/>
            <ac:spMk id="353" creationId="{00000000-0000-0000-0000-000000000000}"/>
          </ac:spMkLst>
        </pc:spChg>
        <pc:spChg chg="add del">
          <ac:chgData name="Malak Yazbek" userId="131de4e4151932d3" providerId="LiveId" clId="{AA5F189F-0479-405C-A3C1-EC5E5C0857AA}" dt="2025-12-17T16:16:32.977" v="1031" actId="478"/>
          <ac:spMkLst>
            <pc:docMk/>
            <pc:sldMk cId="0" sldId="266"/>
            <ac:spMk id="354" creationId="{00000000-0000-0000-0000-000000000000}"/>
          </ac:spMkLst>
        </pc:spChg>
        <pc:spChg chg="add del">
          <ac:chgData name="Malak Yazbek" userId="131de4e4151932d3" providerId="LiveId" clId="{AA5F189F-0479-405C-A3C1-EC5E5C0857AA}" dt="2025-12-17T16:16:32.977" v="1031" actId="478"/>
          <ac:spMkLst>
            <pc:docMk/>
            <pc:sldMk cId="0" sldId="266"/>
            <ac:spMk id="355" creationId="{00000000-0000-0000-0000-000000000000}"/>
          </ac:spMkLst>
        </pc:spChg>
        <pc:picChg chg="mod">
          <ac:chgData name="Malak Yazbek" userId="131de4e4151932d3" providerId="LiveId" clId="{AA5F189F-0479-405C-A3C1-EC5E5C0857AA}" dt="2025-12-17T16:16:30.566" v="1029" actId="12789"/>
          <ac:picMkLst>
            <pc:docMk/>
            <pc:sldMk cId="0" sldId="266"/>
            <ac:picMk id="356" creationId="{00000000-0000-0000-0000-000000000000}"/>
          </ac:picMkLst>
        </pc:picChg>
      </pc:sldChg>
      <pc:sldChg chg="modSp del mod ord">
        <pc:chgData name="Malak Yazbek" userId="131de4e4151932d3" providerId="LiveId" clId="{AA5F189F-0479-405C-A3C1-EC5E5C0857AA}" dt="2025-12-17T14:32:15.310" v="175" actId="47"/>
        <pc:sldMkLst>
          <pc:docMk/>
          <pc:sldMk cId="0" sldId="267"/>
        </pc:sldMkLst>
        <pc:spChg chg="mod">
          <ac:chgData name="Malak Yazbek" userId="131de4e4151932d3" providerId="LiveId" clId="{AA5F189F-0479-405C-A3C1-EC5E5C0857AA}" dt="2025-12-17T14:32:12.795" v="174" actId="1076"/>
          <ac:spMkLst>
            <pc:docMk/>
            <pc:sldMk cId="0" sldId="267"/>
            <ac:spMk id="361" creationId="{00000000-0000-0000-0000-000000000000}"/>
          </ac:spMkLst>
        </pc:spChg>
        <pc:spChg chg="mod">
          <ac:chgData name="Malak Yazbek" userId="131de4e4151932d3" providerId="LiveId" clId="{AA5F189F-0479-405C-A3C1-EC5E5C0857AA}" dt="2025-12-17T14:31:52.582" v="170" actId="20577"/>
          <ac:spMkLst>
            <pc:docMk/>
            <pc:sldMk cId="0" sldId="267"/>
            <ac:spMk id="363" creationId="{00000000-0000-0000-0000-000000000000}"/>
          </ac:spMkLst>
        </pc:spChg>
      </pc:sldChg>
      <pc:sldChg chg="del">
        <pc:chgData name="Malak Yazbek" userId="131de4e4151932d3" providerId="LiveId" clId="{AA5F189F-0479-405C-A3C1-EC5E5C0857AA}" dt="2025-12-17T14:23:20.146" v="28" actId="47"/>
        <pc:sldMkLst>
          <pc:docMk/>
          <pc:sldMk cId="0" sldId="268"/>
        </pc:sldMkLst>
      </pc:sldChg>
      <pc:sldChg chg="del">
        <pc:chgData name="Malak Yazbek" userId="131de4e4151932d3" providerId="LiveId" clId="{AA5F189F-0479-405C-A3C1-EC5E5C0857AA}" dt="2025-12-17T14:23:20.979" v="29" actId="47"/>
        <pc:sldMkLst>
          <pc:docMk/>
          <pc:sldMk cId="0" sldId="269"/>
        </pc:sldMkLst>
      </pc:sldChg>
      <pc:sldChg chg="del">
        <pc:chgData name="Malak Yazbek" userId="131de4e4151932d3" providerId="LiveId" clId="{AA5F189F-0479-405C-A3C1-EC5E5C0857AA}" dt="2025-12-17T14:23:14.134" v="24" actId="47"/>
        <pc:sldMkLst>
          <pc:docMk/>
          <pc:sldMk cId="0" sldId="270"/>
        </pc:sldMkLst>
      </pc:sldChg>
      <pc:sldChg chg="del">
        <pc:chgData name="Malak Yazbek" userId="131de4e4151932d3" providerId="LiveId" clId="{AA5F189F-0479-405C-A3C1-EC5E5C0857AA}" dt="2025-12-17T14:23:15.013" v="25" actId="47"/>
        <pc:sldMkLst>
          <pc:docMk/>
          <pc:sldMk cId="0" sldId="271"/>
        </pc:sldMkLst>
      </pc:sldChg>
      <pc:sldChg chg="del">
        <pc:chgData name="Malak Yazbek" userId="131de4e4151932d3" providerId="LiveId" clId="{AA5F189F-0479-405C-A3C1-EC5E5C0857AA}" dt="2025-12-17T14:23:15.901" v="26" actId="47"/>
        <pc:sldMkLst>
          <pc:docMk/>
          <pc:sldMk cId="0" sldId="272"/>
        </pc:sldMkLst>
      </pc:sldChg>
      <pc:sldChg chg="del">
        <pc:chgData name="Malak Yazbek" userId="131de4e4151932d3" providerId="LiveId" clId="{AA5F189F-0479-405C-A3C1-EC5E5C0857AA}" dt="2025-12-17T14:23:17.413" v="27" actId="47"/>
        <pc:sldMkLst>
          <pc:docMk/>
          <pc:sldMk cId="0" sldId="273"/>
        </pc:sldMkLst>
      </pc:sldChg>
      <pc:sldChg chg="del">
        <pc:chgData name="Malak Yazbek" userId="131de4e4151932d3" providerId="LiveId" clId="{AA5F189F-0479-405C-A3C1-EC5E5C0857AA}" dt="2025-12-17T14:23:12.050" v="23" actId="47"/>
        <pc:sldMkLst>
          <pc:docMk/>
          <pc:sldMk cId="0" sldId="274"/>
        </pc:sldMkLst>
      </pc:sldChg>
      <pc:sldChg chg="del">
        <pc:chgData name="Malak Yazbek" userId="131de4e4151932d3" providerId="LiveId" clId="{AA5F189F-0479-405C-A3C1-EC5E5C0857AA}" dt="2025-12-17T16:35:52.637" v="1437" actId="47"/>
        <pc:sldMkLst>
          <pc:docMk/>
          <pc:sldMk cId="0" sldId="275"/>
        </pc:sldMkLst>
      </pc:sldChg>
      <pc:sldChg chg="new del">
        <pc:chgData name="Malak Yazbek" userId="131de4e4151932d3" providerId="LiveId" clId="{AA5F189F-0479-405C-A3C1-EC5E5C0857AA}" dt="2025-12-17T14:34:00.543" v="197" actId="47"/>
        <pc:sldMkLst>
          <pc:docMk/>
          <pc:sldMk cId="1409316843" sldId="276"/>
        </pc:sldMkLst>
      </pc:sldChg>
      <pc:sldChg chg="addSp delSp modSp add del mod">
        <pc:chgData name="Malak Yazbek" userId="131de4e4151932d3" providerId="LiveId" clId="{AA5F189F-0479-405C-A3C1-EC5E5C0857AA}" dt="2025-12-17T16:22:50.199" v="1118" actId="1076"/>
        <pc:sldMkLst>
          <pc:docMk/>
          <pc:sldMk cId="3711317237" sldId="276"/>
        </pc:sldMkLst>
        <pc:spChg chg="add">
          <ac:chgData name="Malak Yazbek" userId="131de4e4151932d3" providerId="LiveId" clId="{AA5F189F-0479-405C-A3C1-EC5E5C0857AA}" dt="2025-12-17T16:20:33.422" v="1069"/>
          <ac:spMkLst>
            <pc:docMk/>
            <pc:sldMk cId="3711317237" sldId="276"/>
            <ac:spMk id="2" creationId="{3C3D9720-9CCC-2922-C5DB-688620CBC627}"/>
          </ac:spMkLst>
        </pc:spChg>
        <pc:spChg chg="mod">
          <ac:chgData name="Malak Yazbek" userId="131de4e4151932d3" providerId="LiveId" clId="{AA5F189F-0479-405C-A3C1-EC5E5C0857AA}" dt="2025-12-17T16:22:50.199" v="1118" actId="1076"/>
          <ac:spMkLst>
            <pc:docMk/>
            <pc:sldMk cId="3711317237" sldId="276"/>
            <ac:spMk id="23" creationId="{4FE1BDF4-D139-EE2C-350C-FD52922AA5BF}"/>
          </ac:spMkLst>
        </pc:spChg>
        <pc:spChg chg="mod">
          <ac:chgData name="Malak Yazbek" userId="131de4e4151932d3" providerId="LiveId" clId="{AA5F189F-0479-405C-A3C1-EC5E5C0857AA}" dt="2025-12-17T16:22:50.199" v="1118" actId="1076"/>
          <ac:spMkLst>
            <pc:docMk/>
            <pc:sldMk cId="3711317237" sldId="276"/>
            <ac:spMk id="24" creationId="{EC0699A6-0D59-D28D-B076-EB9D5F22E9D3}"/>
          </ac:spMkLst>
        </pc:spChg>
        <pc:spChg chg="mod">
          <ac:chgData name="Malak Yazbek" userId="131de4e4151932d3" providerId="LiveId" clId="{AA5F189F-0479-405C-A3C1-EC5E5C0857AA}" dt="2025-12-17T16:22:37.725" v="1117" actId="1076"/>
          <ac:spMkLst>
            <pc:docMk/>
            <pc:sldMk cId="3711317237" sldId="276"/>
            <ac:spMk id="349" creationId="{0B91D03F-F6A7-2CA3-E317-06FEEB7EB497}"/>
          </ac:spMkLst>
        </pc:spChg>
        <pc:spChg chg="mod">
          <ac:chgData name="Malak Yazbek" userId="131de4e4151932d3" providerId="LiveId" clId="{AA5F189F-0479-405C-A3C1-EC5E5C0857AA}" dt="2025-12-17T16:22:37.725" v="1117" actId="1076"/>
          <ac:spMkLst>
            <pc:docMk/>
            <pc:sldMk cId="3711317237" sldId="276"/>
            <ac:spMk id="350" creationId="{4324429E-06BB-689B-FEAF-82545C6EC275}"/>
          </ac:spMkLst>
        </pc:spChg>
        <pc:spChg chg="del mod">
          <ac:chgData name="Malak Yazbek" userId="131de4e4151932d3" providerId="LiveId" clId="{AA5F189F-0479-405C-A3C1-EC5E5C0857AA}" dt="2025-12-17T14:22:58.640" v="21" actId="478"/>
          <ac:spMkLst>
            <pc:docMk/>
            <pc:sldMk cId="3711317237" sldId="276"/>
            <ac:spMk id="534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22:58.640" v="21" actId="478"/>
          <ac:spMkLst>
            <pc:docMk/>
            <pc:sldMk cId="3711317237" sldId="276"/>
            <ac:spMk id="535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22:58.640" v="21" actId="478"/>
          <ac:spMkLst>
            <pc:docMk/>
            <pc:sldMk cId="3711317237" sldId="276"/>
            <ac:spMk id="536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22:58.640" v="21" actId="478"/>
          <ac:spMkLst>
            <pc:docMk/>
            <pc:sldMk cId="3711317237" sldId="276"/>
            <ac:spMk id="537" creationId="{00000000-0000-0000-0000-000000000000}"/>
          </ac:spMkLst>
        </pc:spChg>
        <pc:spChg chg="del">
          <ac:chgData name="Malak Yazbek" userId="131de4e4151932d3" providerId="LiveId" clId="{AA5F189F-0479-405C-A3C1-EC5E5C0857AA}" dt="2025-12-17T14:22:58.640" v="21" actId="478"/>
          <ac:spMkLst>
            <pc:docMk/>
            <pc:sldMk cId="3711317237" sldId="276"/>
            <ac:spMk id="538" creationId="{00000000-0000-0000-0000-000000000000}"/>
          </ac:spMkLst>
        </pc:spChg>
        <pc:grpChg chg="del">
          <ac:chgData name="Malak Yazbek" userId="131de4e4151932d3" providerId="LiveId" clId="{AA5F189F-0479-405C-A3C1-EC5E5C0857AA}" dt="2025-12-17T14:22:58.640" v="21" actId="478"/>
          <ac:grpSpMkLst>
            <pc:docMk/>
            <pc:sldMk cId="3711317237" sldId="276"/>
            <ac:grpSpMk id="539" creationId="{00000000-0000-0000-0000-000000000000}"/>
          </ac:grpSpMkLst>
        </pc:grpChg>
        <pc:grpChg chg="del">
          <ac:chgData name="Malak Yazbek" userId="131de4e4151932d3" providerId="LiveId" clId="{AA5F189F-0479-405C-A3C1-EC5E5C0857AA}" dt="2025-12-17T14:22:58.640" v="21" actId="478"/>
          <ac:grpSpMkLst>
            <pc:docMk/>
            <pc:sldMk cId="3711317237" sldId="276"/>
            <ac:grpSpMk id="544" creationId="{00000000-0000-0000-0000-000000000000}"/>
          </ac:grpSpMkLst>
        </pc:grpChg>
      </pc:sldChg>
      <pc:sldChg chg="del">
        <pc:chgData name="Malak Yazbek" userId="131de4e4151932d3" providerId="LiveId" clId="{AA5F189F-0479-405C-A3C1-EC5E5C0857AA}" dt="2025-12-17T14:22:50.362" v="19" actId="47"/>
        <pc:sldMkLst>
          <pc:docMk/>
          <pc:sldMk cId="0" sldId="277"/>
        </pc:sldMkLst>
      </pc:sldChg>
      <pc:sldChg chg="addSp delSp modSp new del mod">
        <pc:chgData name="Malak Yazbek" userId="131de4e4151932d3" providerId="LiveId" clId="{AA5F189F-0479-405C-A3C1-EC5E5C0857AA}" dt="2025-12-17T16:31:31.803" v="1351" actId="47"/>
        <pc:sldMkLst>
          <pc:docMk/>
          <pc:sldMk cId="2725782620" sldId="277"/>
        </pc:sldMkLst>
        <pc:spChg chg="add del mod">
          <ac:chgData name="Malak Yazbek" userId="131de4e4151932d3" providerId="LiveId" clId="{AA5F189F-0479-405C-A3C1-EC5E5C0857AA}" dt="2025-12-17T16:31:01.423" v="1346" actId="478"/>
          <ac:spMkLst>
            <pc:docMk/>
            <pc:sldMk cId="2725782620" sldId="277"/>
            <ac:spMk id="3" creationId="{4EDCEDBB-70FD-83B0-1C18-2975D816E575}"/>
          </ac:spMkLst>
        </pc:spChg>
      </pc:sldChg>
      <pc:sldChg chg="del">
        <pc:chgData name="Malak Yazbek" userId="131de4e4151932d3" providerId="LiveId" clId="{AA5F189F-0479-405C-A3C1-EC5E5C0857AA}" dt="2025-12-17T14:22:49.761" v="18" actId="47"/>
        <pc:sldMkLst>
          <pc:docMk/>
          <pc:sldMk cId="2642688104" sldId="278"/>
        </pc:sldMkLst>
      </pc:sldChg>
      <pc:sldChg chg="addSp delSp modSp new mod ord">
        <pc:chgData name="Malak Yazbek" userId="131de4e4151932d3" providerId="LiveId" clId="{AA5F189F-0479-405C-A3C1-EC5E5C0857AA}" dt="2025-12-17T16:35:40.525" v="1436" actId="12789"/>
        <pc:sldMkLst>
          <pc:docMk/>
          <pc:sldMk cId="2642688104" sldId="278"/>
        </pc:sldMkLst>
        <pc:spChg chg="del mod">
          <ac:chgData name="Malak Yazbek" userId="131de4e4151932d3" providerId="LiveId" clId="{AA5F189F-0479-405C-A3C1-EC5E5C0857AA}" dt="2025-12-17T16:33:49.509" v="1424" actId="478"/>
          <ac:spMkLst>
            <pc:docMk/>
            <pc:sldMk cId="2642688104" sldId="278"/>
            <ac:spMk id="2" creationId="{D7E320A7-086C-E728-2AC8-D90ABF41F76F}"/>
          </ac:spMkLst>
        </pc:spChg>
        <pc:spChg chg="del">
          <ac:chgData name="Malak Yazbek" userId="131de4e4151932d3" providerId="LiveId" clId="{AA5F189F-0479-405C-A3C1-EC5E5C0857AA}" dt="2025-12-17T16:31:27.281" v="1348" actId="478"/>
          <ac:spMkLst>
            <pc:docMk/>
            <pc:sldMk cId="2642688104" sldId="278"/>
            <ac:spMk id="3" creationId="{DA8DC565-D073-8589-09A0-70632BE51983}"/>
          </ac:spMkLst>
        </pc:spChg>
        <pc:spChg chg="add del mod">
          <ac:chgData name="Malak Yazbek" userId="131de4e4151932d3" providerId="LiveId" clId="{AA5F189F-0479-405C-A3C1-EC5E5C0857AA}" dt="2025-12-17T16:33:51.510" v="1425" actId="478"/>
          <ac:spMkLst>
            <pc:docMk/>
            <pc:sldMk cId="2642688104" sldId="278"/>
            <ac:spMk id="5" creationId="{C4B359C9-A6F1-E54E-183B-D02DF4E4C28A}"/>
          </ac:spMkLst>
        </pc:spChg>
        <pc:picChg chg="add del mod">
          <ac:chgData name="Malak Yazbek" userId="131de4e4151932d3" providerId="LiveId" clId="{AA5F189F-0479-405C-A3C1-EC5E5C0857AA}" dt="2025-12-17T16:35:40.525" v="1436" actId="12789"/>
          <ac:picMkLst>
            <pc:docMk/>
            <pc:sldMk cId="2642688104" sldId="278"/>
            <ac:picMk id="7" creationId="{40026891-A49C-6193-A828-A535AD1023C8}"/>
          </ac:picMkLst>
        </pc:picChg>
      </pc:sldChg>
      <pc:sldChg chg="del">
        <pc:chgData name="Malak Yazbek" userId="131de4e4151932d3" providerId="LiveId" clId="{AA5F189F-0479-405C-A3C1-EC5E5C0857AA}" dt="2025-12-17T14:22:47.161" v="17" actId="47"/>
        <pc:sldMkLst>
          <pc:docMk/>
          <pc:sldMk cId="0" sldId="279"/>
        </pc:sldMkLst>
      </pc:sldChg>
      <pc:sldChg chg="addSp modSp new mod">
        <pc:chgData name="Malak Yazbek" userId="131de4e4151932d3" providerId="LiveId" clId="{AA5F189F-0479-405C-A3C1-EC5E5C0857AA}" dt="2025-12-17T16:45:23.597" v="1775" actId="12789"/>
        <pc:sldMkLst>
          <pc:docMk/>
          <pc:sldMk cId="2363632467" sldId="279"/>
        </pc:sldMkLst>
        <pc:spChg chg="add mod">
          <ac:chgData name="Malak Yazbek" userId="131de4e4151932d3" providerId="LiveId" clId="{AA5F189F-0479-405C-A3C1-EC5E5C0857AA}" dt="2025-12-17T16:45:20.594" v="1773" actId="164"/>
          <ac:spMkLst>
            <pc:docMk/>
            <pc:sldMk cId="2363632467" sldId="279"/>
            <ac:spMk id="4" creationId="{84D8F39F-3C9D-F623-A5C9-614FB7D6F67D}"/>
          </ac:spMkLst>
        </pc:spChg>
        <pc:grpChg chg="add mod">
          <ac:chgData name="Malak Yazbek" userId="131de4e4151932d3" providerId="LiveId" clId="{AA5F189F-0479-405C-A3C1-EC5E5C0857AA}" dt="2025-12-17T16:45:23.597" v="1775" actId="12789"/>
          <ac:grpSpMkLst>
            <pc:docMk/>
            <pc:sldMk cId="2363632467" sldId="279"/>
            <ac:grpSpMk id="5" creationId="{58219068-7716-8227-B756-3D153E3C0E8D}"/>
          </ac:grpSpMkLst>
        </pc:grpChg>
        <pc:picChg chg="add mod modCrop">
          <ac:chgData name="Malak Yazbek" userId="131de4e4151932d3" providerId="LiveId" clId="{AA5F189F-0479-405C-A3C1-EC5E5C0857AA}" dt="2025-12-17T16:45:20.594" v="1773" actId="164"/>
          <ac:picMkLst>
            <pc:docMk/>
            <pc:sldMk cId="2363632467" sldId="279"/>
            <ac:picMk id="3" creationId="{F4F524DE-4582-0DF2-7348-7D6BBA474E42}"/>
          </ac:picMkLst>
        </pc:picChg>
      </pc:sldChg>
      <pc:sldChg chg="del">
        <pc:chgData name="Malak Yazbek" userId="131de4e4151932d3" providerId="LiveId" clId="{AA5F189F-0479-405C-A3C1-EC5E5C0857AA}" dt="2025-12-17T14:22:46.910" v="16" actId="47"/>
        <pc:sldMkLst>
          <pc:docMk/>
          <pc:sldMk cId="0" sldId="280"/>
        </pc:sldMkLst>
      </pc:sldChg>
      <pc:sldChg chg="del">
        <pc:chgData name="Malak Yazbek" userId="131de4e4151932d3" providerId="LiveId" clId="{AA5F189F-0479-405C-A3C1-EC5E5C0857AA}" dt="2025-12-17T14:22:46.790" v="15" actId="47"/>
        <pc:sldMkLst>
          <pc:docMk/>
          <pc:sldMk cId="0" sldId="281"/>
        </pc:sldMkLst>
      </pc:sldChg>
      <pc:sldChg chg="del">
        <pc:chgData name="Malak Yazbek" userId="131de4e4151932d3" providerId="LiveId" clId="{AA5F189F-0479-405C-A3C1-EC5E5C0857AA}" dt="2025-12-17T14:22:46.776" v="14" actId="47"/>
        <pc:sldMkLst>
          <pc:docMk/>
          <pc:sldMk cId="0" sldId="282"/>
        </pc:sldMkLst>
      </pc:sldChg>
      <pc:sldChg chg="del">
        <pc:chgData name="Malak Yazbek" userId="131de4e4151932d3" providerId="LiveId" clId="{AA5F189F-0479-405C-A3C1-EC5E5C0857AA}" dt="2025-12-17T14:22:46.358" v="13" actId="47"/>
        <pc:sldMkLst>
          <pc:docMk/>
          <pc:sldMk cId="0" sldId="283"/>
        </pc:sldMkLst>
      </pc:sldChg>
      <pc:sldChg chg="del">
        <pc:chgData name="Malak Yazbek" userId="131de4e4151932d3" providerId="LiveId" clId="{AA5F189F-0479-405C-A3C1-EC5E5C0857AA}" dt="2025-12-17T14:22:46.315" v="12" actId="47"/>
        <pc:sldMkLst>
          <pc:docMk/>
          <pc:sldMk cId="0" sldId="284"/>
        </pc:sldMkLst>
      </pc:sldChg>
      <pc:sldChg chg="del">
        <pc:chgData name="Malak Yazbek" userId="131de4e4151932d3" providerId="LiveId" clId="{AA5F189F-0479-405C-A3C1-EC5E5C0857AA}" dt="2025-12-17T14:22:45.844" v="11" actId="47"/>
        <pc:sldMkLst>
          <pc:docMk/>
          <pc:sldMk cId="0" sldId="285"/>
        </pc:sldMkLst>
      </pc:sldChg>
      <pc:sldChg chg="del">
        <pc:chgData name="Malak Yazbek" userId="131de4e4151932d3" providerId="LiveId" clId="{AA5F189F-0479-405C-A3C1-EC5E5C0857AA}" dt="2025-12-17T14:22:43.440" v="10" actId="47"/>
        <pc:sldMkLst>
          <pc:docMk/>
          <pc:sldMk cId="0" sldId="286"/>
        </pc:sldMkLst>
      </pc:sldChg>
      <pc:sldChg chg="del">
        <pc:chgData name="Malak Yazbek" userId="131de4e4151932d3" providerId="LiveId" clId="{AA5F189F-0479-405C-A3C1-EC5E5C0857AA}" dt="2025-12-17T14:22:43.281" v="9" actId="47"/>
        <pc:sldMkLst>
          <pc:docMk/>
          <pc:sldMk cId="0" sldId="287"/>
        </pc:sldMkLst>
      </pc:sldChg>
      <pc:sldChg chg="del">
        <pc:chgData name="Malak Yazbek" userId="131de4e4151932d3" providerId="LiveId" clId="{AA5F189F-0479-405C-A3C1-EC5E5C0857AA}" dt="2025-12-17T14:22:43.081" v="8" actId="47"/>
        <pc:sldMkLst>
          <pc:docMk/>
          <pc:sldMk cId="0" sldId="288"/>
        </pc:sldMkLst>
      </pc:sldChg>
      <pc:sldChg chg="del">
        <pc:chgData name="Malak Yazbek" userId="131de4e4151932d3" providerId="LiveId" clId="{AA5F189F-0479-405C-A3C1-EC5E5C0857AA}" dt="2025-12-17T14:22:42.915" v="7" actId="47"/>
        <pc:sldMkLst>
          <pc:docMk/>
          <pc:sldMk cId="0" sldId="289"/>
        </pc:sldMkLst>
      </pc:sldChg>
      <pc:sldChg chg="del">
        <pc:chgData name="Malak Yazbek" userId="131de4e4151932d3" providerId="LiveId" clId="{AA5F189F-0479-405C-A3C1-EC5E5C0857AA}" dt="2025-12-17T14:22:42.772" v="6" actId="47"/>
        <pc:sldMkLst>
          <pc:docMk/>
          <pc:sldMk cId="0" sldId="290"/>
        </pc:sldMkLst>
      </pc:sldChg>
      <pc:sldChg chg="del">
        <pc:chgData name="Malak Yazbek" userId="131de4e4151932d3" providerId="LiveId" clId="{AA5F189F-0479-405C-A3C1-EC5E5C0857AA}" dt="2025-12-17T14:22:42.661" v="5" actId="47"/>
        <pc:sldMkLst>
          <pc:docMk/>
          <pc:sldMk cId="0" sldId="291"/>
        </pc:sldMkLst>
      </pc:sldChg>
      <pc:sldChg chg="del">
        <pc:chgData name="Malak Yazbek" userId="131de4e4151932d3" providerId="LiveId" clId="{AA5F189F-0479-405C-A3C1-EC5E5C0857AA}" dt="2025-12-17T14:22:42.518" v="4" actId="47"/>
        <pc:sldMkLst>
          <pc:docMk/>
          <pc:sldMk cId="0" sldId="292"/>
        </pc:sldMkLst>
      </pc:sldChg>
      <pc:sldChg chg="del">
        <pc:chgData name="Malak Yazbek" userId="131de4e4151932d3" providerId="LiveId" clId="{AA5F189F-0479-405C-A3C1-EC5E5C0857AA}" dt="2025-12-17T14:22:42.328" v="3" actId="47"/>
        <pc:sldMkLst>
          <pc:docMk/>
          <pc:sldMk cId="0" sldId="293"/>
        </pc:sldMkLst>
      </pc:sldChg>
      <pc:sldChg chg="del">
        <pc:chgData name="Malak Yazbek" userId="131de4e4151932d3" providerId="LiveId" clId="{AA5F189F-0479-405C-A3C1-EC5E5C0857AA}" dt="2025-12-17T14:22:42.153" v="2" actId="47"/>
        <pc:sldMkLst>
          <pc:docMk/>
          <pc:sldMk cId="0" sldId="294"/>
        </pc:sldMkLst>
      </pc:sldChg>
      <pc:sldChg chg="del">
        <pc:chgData name="Malak Yazbek" userId="131de4e4151932d3" providerId="LiveId" clId="{AA5F189F-0479-405C-A3C1-EC5E5C0857AA}" dt="2025-12-17T14:22:41.769" v="1" actId="47"/>
        <pc:sldMkLst>
          <pc:docMk/>
          <pc:sldMk cId="0" sldId="295"/>
        </pc:sldMkLst>
      </pc:sldChg>
      <pc:sldChg chg="del">
        <pc:chgData name="Malak Yazbek" userId="131de4e4151932d3" providerId="LiveId" clId="{AA5F189F-0479-405C-A3C1-EC5E5C0857AA}" dt="2025-12-17T14:22:41.587" v="0" actId="47"/>
        <pc:sldMkLst>
          <pc:docMk/>
          <pc:sldMk cId="0" sldId="296"/>
        </pc:sldMkLst>
      </pc:sldChg>
      <pc:sldMasterChg chg="addSldLayout delSldLayout">
        <pc:chgData name="Malak Yazbek" userId="131de4e4151932d3" providerId="LiveId" clId="{AA5F189F-0479-405C-A3C1-EC5E5C0857AA}" dt="2025-12-17T16:31:31.803" v="1351" actId="47"/>
        <pc:sldMasterMkLst>
          <pc:docMk/>
          <pc:sldMasterMk cId="0" sldId="2147483672"/>
        </pc:sldMasterMkLst>
        <pc:sldLayoutChg chg="del">
          <pc:chgData name="Malak Yazbek" userId="131de4e4151932d3" providerId="LiveId" clId="{AA5F189F-0479-405C-A3C1-EC5E5C0857AA}" dt="2025-12-17T15:45:23.230" v="315" actId="47"/>
          <pc:sldLayoutMkLst>
            <pc:docMk/>
            <pc:sldMasterMk cId="0" sldId="2147483672"/>
            <pc:sldLayoutMk cId="0" sldId="2147483652"/>
          </pc:sldLayoutMkLst>
        </pc:sldLayoutChg>
        <pc:sldLayoutChg chg="del">
          <pc:chgData name="Malak Yazbek" userId="131de4e4151932d3" providerId="LiveId" clId="{AA5F189F-0479-405C-A3C1-EC5E5C0857AA}" dt="2025-12-17T14:23:20.979" v="29" actId="47"/>
          <pc:sldLayoutMkLst>
            <pc:docMk/>
            <pc:sldMasterMk cId="0" sldId="2147483672"/>
            <pc:sldLayoutMk cId="0" sldId="2147483654"/>
          </pc:sldLayoutMkLst>
        </pc:sldLayoutChg>
        <pc:sldLayoutChg chg="del">
          <pc:chgData name="Malak Yazbek" userId="131de4e4151932d3" providerId="LiveId" clId="{AA5F189F-0479-405C-A3C1-EC5E5C0857AA}" dt="2025-12-17T14:32:15.310" v="175" actId="47"/>
          <pc:sldLayoutMkLst>
            <pc:docMk/>
            <pc:sldMasterMk cId="0" sldId="2147483672"/>
            <pc:sldLayoutMk cId="0" sldId="2147483656"/>
          </pc:sldLayoutMkLst>
        </pc:sldLayoutChg>
        <pc:sldLayoutChg chg="del">
          <pc:chgData name="Malak Yazbek" userId="131de4e4151932d3" providerId="LiveId" clId="{AA5F189F-0479-405C-A3C1-EC5E5C0857AA}" dt="2025-12-17T14:22:50.362" v="19" actId="47"/>
          <pc:sldLayoutMkLst>
            <pc:docMk/>
            <pc:sldMasterMk cId="0" sldId="2147483672"/>
            <pc:sldLayoutMk cId="0" sldId="2147483661"/>
          </pc:sldLayoutMkLst>
        </pc:sldLayoutChg>
        <pc:sldLayoutChg chg="del">
          <pc:chgData name="Malak Yazbek" userId="131de4e4151932d3" providerId="LiveId" clId="{AA5F189F-0479-405C-A3C1-EC5E5C0857AA}" dt="2025-12-17T14:23:15.013" v="25" actId="47"/>
          <pc:sldLayoutMkLst>
            <pc:docMk/>
            <pc:sldMasterMk cId="0" sldId="2147483672"/>
            <pc:sldLayoutMk cId="0" sldId="2147483662"/>
          </pc:sldLayoutMkLst>
        </pc:sldLayoutChg>
        <pc:sldLayoutChg chg="add del">
          <pc:chgData name="Malak Yazbek" userId="131de4e4151932d3" providerId="LiveId" clId="{AA5F189F-0479-405C-A3C1-EC5E5C0857AA}" dt="2025-12-17T16:11:56.900" v="854" actId="47"/>
          <pc:sldLayoutMkLst>
            <pc:docMk/>
            <pc:sldMasterMk cId="0" sldId="2147483672"/>
            <pc:sldLayoutMk cId="0" sldId="2147483665"/>
          </pc:sldLayoutMkLst>
        </pc:sldLayoutChg>
        <pc:sldLayoutChg chg="del">
          <pc:chgData name="Malak Yazbek" userId="131de4e4151932d3" providerId="LiveId" clId="{AA5F189F-0479-405C-A3C1-EC5E5C0857AA}" dt="2025-12-17T14:23:15.901" v="26" actId="47"/>
          <pc:sldLayoutMkLst>
            <pc:docMk/>
            <pc:sldMasterMk cId="0" sldId="2147483672"/>
            <pc:sldLayoutMk cId="0" sldId="2147483666"/>
          </pc:sldLayoutMkLst>
        </pc:sldLayoutChg>
        <pc:sldLayoutChg chg="del">
          <pc:chgData name="Malak Yazbek" userId="131de4e4151932d3" providerId="LiveId" clId="{AA5F189F-0479-405C-A3C1-EC5E5C0857AA}" dt="2025-12-17T14:23:00.378" v="22" actId="47"/>
          <pc:sldLayoutMkLst>
            <pc:docMk/>
            <pc:sldMasterMk cId="0" sldId="2147483672"/>
            <pc:sldLayoutMk cId="0" sldId="2147483667"/>
          </pc:sldLayoutMkLst>
        </pc:sldLayoutChg>
        <pc:sldLayoutChg chg="del">
          <pc:chgData name="Malak Yazbek" userId="131de4e4151932d3" providerId="LiveId" clId="{AA5F189F-0479-405C-A3C1-EC5E5C0857AA}" dt="2025-12-17T16:31:31.803" v="1351" actId="47"/>
          <pc:sldLayoutMkLst>
            <pc:docMk/>
            <pc:sldMasterMk cId="0" sldId="2147483672"/>
            <pc:sldLayoutMk cId="0" sldId="2147483668"/>
          </pc:sldLayoutMkLst>
        </pc:sldLayoutChg>
      </pc:sldMasterChg>
      <pc:sldMasterChg chg="del delSldLayout">
        <pc:chgData name="Malak Yazbek" userId="131de4e4151932d3" providerId="LiveId" clId="{AA5F189F-0479-405C-A3C1-EC5E5C0857AA}" dt="2025-12-17T14:22:47.161" v="17" actId="47"/>
        <pc:sldMasterMkLst>
          <pc:docMk/>
          <pc:sldMasterMk cId="0" sldId="2147483673"/>
        </pc:sldMasterMkLst>
        <pc:sldLayoutChg chg="del">
          <pc:chgData name="Malak Yazbek" userId="131de4e4151932d3" providerId="LiveId" clId="{AA5F189F-0479-405C-A3C1-EC5E5C0857AA}" dt="2025-12-17T14:22:46.315" v="12" actId="47"/>
          <pc:sldLayoutMkLst>
            <pc:docMk/>
            <pc:sldMasterMk cId="0" sldId="2147483673"/>
            <pc:sldLayoutMk cId="0" sldId="2147483670"/>
          </pc:sldLayoutMkLst>
        </pc:sldLayoutChg>
        <pc:sldLayoutChg chg="del">
          <pc:chgData name="Malak Yazbek" userId="131de4e4151932d3" providerId="LiveId" clId="{AA5F189F-0479-405C-A3C1-EC5E5C0857AA}" dt="2025-12-17T14:22:47.161" v="17" actId="47"/>
          <pc:sldLayoutMkLst>
            <pc:docMk/>
            <pc:sldMasterMk cId="0" sldId="2147483673"/>
            <pc:sldLayoutMk cId="0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33267cbb3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33267cbb3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33bb0cc43a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33bb0cc43a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e1d838b627_4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e1d838b627_4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33267cbb3c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33267cbb3c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31DA01E3-8820-FEB9-AC5A-B76BF925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33267cbb3c_0_204:notes">
            <a:extLst>
              <a:ext uri="{FF2B5EF4-FFF2-40B4-BE49-F238E27FC236}">
                <a16:creationId xmlns:a16="http://schemas.microsoft.com/office/drawing/2014/main" id="{E7383908-A027-4630-2AC8-DEC8FB88D5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33267cbb3c_0_204:notes">
            <a:extLst>
              <a:ext uri="{FF2B5EF4-FFF2-40B4-BE49-F238E27FC236}">
                <a16:creationId xmlns:a16="http://schemas.microsoft.com/office/drawing/2014/main" id="{709E8C46-0B6F-55DA-3091-2985A649A1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5839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1d838b627_4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e1d838b627_4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33bb0cc43a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33bb0cc43a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2858202" y="2234713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4333198" y="3572981"/>
            <a:ext cx="4319700" cy="43197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6533475" y="-2536600"/>
            <a:ext cx="4319700" cy="4320000"/>
          </a:xfrm>
          <a:prstGeom prst="ellipse">
            <a:avLst/>
          </a:prstGeom>
          <a:gradFill>
            <a:gsLst>
              <a:gs pos="0">
                <a:schemeClr val="dk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434342" y="963550"/>
            <a:ext cx="4074300" cy="2642100"/>
          </a:xfrm>
          <a:prstGeom prst="rect">
            <a:avLst/>
          </a:prstGeom>
          <a:effectLst>
            <a:outerShdw blurRad="142875" dist="76200" dir="2880000" algn="bl" rotWithShape="0">
              <a:schemeClr val="lt1">
                <a:alpha val="3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434342" y="3696350"/>
            <a:ext cx="40743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304800" y="154200"/>
            <a:ext cx="1533600" cy="3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udiowide"/>
              <a:buNone/>
              <a:defRPr sz="1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3"/>
          </p:nvPr>
        </p:nvSpPr>
        <p:spPr>
          <a:xfrm>
            <a:off x="8086725" y="4697625"/>
            <a:ext cx="752400" cy="3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udiowide"/>
              <a:buNone/>
              <a:defRPr sz="1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cxnSp>
        <p:nvCxnSpPr>
          <p:cNvPr id="16" name="Google Shape;16;p2"/>
          <p:cNvCxnSpPr/>
          <p:nvPr/>
        </p:nvCxnSpPr>
        <p:spPr>
          <a:xfrm rot="10800000" flipH="1">
            <a:off x="1838400" y="295200"/>
            <a:ext cx="7000800" cy="9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7;p2"/>
          <p:cNvCxnSpPr/>
          <p:nvPr/>
        </p:nvCxnSpPr>
        <p:spPr>
          <a:xfrm>
            <a:off x="304725" y="4848225"/>
            <a:ext cx="7782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-2685550" y="852950"/>
            <a:ext cx="4083300" cy="40836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397975" y="-2181250"/>
            <a:ext cx="4247100" cy="42471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2152350" y="2504575"/>
            <a:ext cx="4839300" cy="84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3715125" y="1322825"/>
            <a:ext cx="1713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2152350" y="3346375"/>
            <a:ext cx="4839300" cy="4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3"/>
          </p:nvPr>
        </p:nvSpPr>
        <p:spPr>
          <a:xfrm>
            <a:off x="304800" y="154200"/>
            <a:ext cx="1533600" cy="3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udiowide"/>
              <a:buNone/>
              <a:defRPr sz="1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4"/>
          </p:nvPr>
        </p:nvSpPr>
        <p:spPr>
          <a:xfrm>
            <a:off x="8086725" y="4697625"/>
            <a:ext cx="752400" cy="3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udiowide"/>
              <a:buNone/>
              <a:defRPr sz="1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cxnSp>
        <p:nvCxnSpPr>
          <p:cNvPr id="26" name="Google Shape;26;p3"/>
          <p:cNvCxnSpPr/>
          <p:nvPr/>
        </p:nvCxnSpPr>
        <p:spPr>
          <a:xfrm>
            <a:off x="1838400" y="304800"/>
            <a:ext cx="70008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3"/>
          <p:cNvCxnSpPr/>
          <p:nvPr/>
        </p:nvCxnSpPr>
        <p:spPr>
          <a:xfrm>
            <a:off x="304725" y="4857750"/>
            <a:ext cx="77820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  <p:cxnSp>
        <p:nvCxnSpPr>
          <p:cNvPr id="31" name="Google Shape;31;p4"/>
          <p:cNvCxnSpPr/>
          <p:nvPr/>
        </p:nvCxnSpPr>
        <p:spPr>
          <a:xfrm>
            <a:off x="285750" y="30480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4"/>
          <p:cNvCxnSpPr/>
          <p:nvPr/>
        </p:nvCxnSpPr>
        <p:spPr>
          <a:xfrm>
            <a:off x="304725" y="485775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-2858202" y="2234713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4333198" y="3572981"/>
            <a:ext cx="4319700" cy="43197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6533475" y="-2536600"/>
            <a:ext cx="4319700" cy="4320000"/>
          </a:xfrm>
          <a:prstGeom prst="ellipse">
            <a:avLst/>
          </a:prstGeom>
          <a:gradFill>
            <a:gsLst>
              <a:gs pos="0">
                <a:schemeClr val="dk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713226" y="2350838"/>
            <a:ext cx="2564700" cy="416400"/>
          </a:xfrm>
          <a:prstGeom prst="rect">
            <a:avLst/>
          </a:prstGeom>
          <a:effectLst>
            <a:outerShdw blurRad="342900" dist="19050" dir="5400000" algn="bl" rotWithShape="0">
              <a:schemeClr val="lt1">
                <a:alpha val="3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2"/>
          </p:nvPr>
        </p:nvSpPr>
        <p:spPr>
          <a:xfrm>
            <a:off x="5866074" y="2350838"/>
            <a:ext cx="2564700" cy="416400"/>
          </a:xfrm>
          <a:prstGeom prst="rect">
            <a:avLst/>
          </a:prstGeom>
          <a:effectLst>
            <a:outerShdw blurRad="342900" dist="19050" dir="5400000" algn="bl" rotWithShape="0">
              <a:schemeClr val="lt1">
                <a:alpha val="3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3"/>
          </p:nvPr>
        </p:nvSpPr>
        <p:spPr>
          <a:xfrm>
            <a:off x="713226" y="2767240"/>
            <a:ext cx="25647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4"/>
          </p:nvPr>
        </p:nvSpPr>
        <p:spPr>
          <a:xfrm>
            <a:off x="5866074" y="2767240"/>
            <a:ext cx="25647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2" name="Google Shape;42;p5"/>
          <p:cNvCxnSpPr/>
          <p:nvPr/>
        </p:nvCxnSpPr>
        <p:spPr>
          <a:xfrm>
            <a:off x="285750" y="30480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Google Shape;43;p5"/>
          <p:cNvCxnSpPr/>
          <p:nvPr/>
        </p:nvCxnSpPr>
        <p:spPr>
          <a:xfrm>
            <a:off x="304725" y="485775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-1431850" y="3964325"/>
            <a:ext cx="4247100" cy="42471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713225" y="387100"/>
            <a:ext cx="4219800" cy="114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719675" y="1722650"/>
            <a:ext cx="3781500" cy="25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55" name="Google Shape;55;p7"/>
          <p:cNvCxnSpPr/>
          <p:nvPr/>
        </p:nvCxnSpPr>
        <p:spPr>
          <a:xfrm>
            <a:off x="285750" y="30480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" name="Google Shape;56;p7"/>
          <p:cNvCxnSpPr/>
          <p:nvPr/>
        </p:nvCxnSpPr>
        <p:spPr>
          <a:xfrm>
            <a:off x="304725" y="485775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/>
          <p:nvPr/>
        </p:nvSpPr>
        <p:spPr>
          <a:xfrm>
            <a:off x="7551550" y="2490825"/>
            <a:ext cx="4319700" cy="4320000"/>
          </a:xfrm>
          <a:prstGeom prst="ellipse">
            <a:avLst/>
          </a:prstGeom>
          <a:gradFill>
            <a:gsLst>
              <a:gs pos="0">
                <a:schemeClr val="dk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2221323" y="-3074812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-2638477" y="3173531"/>
            <a:ext cx="4319700" cy="43197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1059800" y="1547838"/>
            <a:ext cx="4856700" cy="695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1059853" y="2242963"/>
            <a:ext cx="4856700" cy="13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2"/>
          </p:nvPr>
        </p:nvSpPr>
        <p:spPr>
          <a:xfrm>
            <a:off x="304800" y="154200"/>
            <a:ext cx="1533600" cy="3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udiowide"/>
              <a:buNone/>
              <a:defRPr sz="1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ubTitle" idx="3"/>
          </p:nvPr>
        </p:nvSpPr>
        <p:spPr>
          <a:xfrm>
            <a:off x="8086725" y="4697625"/>
            <a:ext cx="752400" cy="3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udiowide"/>
              <a:buNone/>
              <a:defRPr sz="1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cxnSp>
        <p:nvCxnSpPr>
          <p:cNvPr id="74" name="Google Shape;74;p9"/>
          <p:cNvCxnSpPr/>
          <p:nvPr/>
        </p:nvCxnSpPr>
        <p:spPr>
          <a:xfrm>
            <a:off x="1838400" y="304800"/>
            <a:ext cx="70008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9"/>
          <p:cNvCxnSpPr/>
          <p:nvPr/>
        </p:nvCxnSpPr>
        <p:spPr>
          <a:xfrm>
            <a:off x="304725" y="4857750"/>
            <a:ext cx="77820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/>
        </p:nvSpPr>
        <p:spPr>
          <a:xfrm>
            <a:off x="5900273" y="3457331"/>
            <a:ext cx="4319700" cy="43197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1"/>
          <p:cNvSpPr/>
          <p:nvPr/>
        </p:nvSpPr>
        <p:spPr>
          <a:xfrm>
            <a:off x="-2197125" y="3750350"/>
            <a:ext cx="4319700" cy="4320000"/>
          </a:xfrm>
          <a:prstGeom prst="ellipse">
            <a:avLst/>
          </a:prstGeom>
          <a:gradFill>
            <a:gsLst>
              <a:gs pos="0">
                <a:schemeClr val="dk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1"/>
          <p:cNvSpPr/>
          <p:nvPr/>
        </p:nvSpPr>
        <p:spPr>
          <a:xfrm>
            <a:off x="5525948" y="-2589762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3315200" y="1952850"/>
            <a:ext cx="47811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3315200" y="2816250"/>
            <a:ext cx="47811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ubTitle" idx="2"/>
          </p:nvPr>
        </p:nvSpPr>
        <p:spPr>
          <a:xfrm>
            <a:off x="304800" y="154200"/>
            <a:ext cx="1533600" cy="3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udiowide"/>
              <a:buNone/>
              <a:defRPr sz="1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3"/>
          </p:nvPr>
        </p:nvSpPr>
        <p:spPr>
          <a:xfrm>
            <a:off x="8086725" y="4697625"/>
            <a:ext cx="752400" cy="3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udiowide"/>
              <a:buNone/>
              <a:defRPr sz="1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cxnSp>
        <p:nvCxnSpPr>
          <p:cNvPr id="93" name="Google Shape;93;p11"/>
          <p:cNvCxnSpPr/>
          <p:nvPr/>
        </p:nvCxnSpPr>
        <p:spPr>
          <a:xfrm>
            <a:off x="304725" y="4857750"/>
            <a:ext cx="77820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" name="Google Shape;94;p11"/>
          <p:cNvCxnSpPr/>
          <p:nvPr/>
        </p:nvCxnSpPr>
        <p:spPr>
          <a:xfrm>
            <a:off x="1838400" y="304800"/>
            <a:ext cx="70008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>
            <a:off x="7552998" y="-1558087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4871425" y="1175450"/>
            <a:ext cx="29700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4871425" y="1503375"/>
            <a:ext cx="2417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2"/>
          </p:nvPr>
        </p:nvSpPr>
        <p:spPr>
          <a:xfrm>
            <a:off x="4871425" y="2398731"/>
            <a:ext cx="29700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4871425" y="2726625"/>
            <a:ext cx="2417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4"/>
          </p:nvPr>
        </p:nvSpPr>
        <p:spPr>
          <a:xfrm>
            <a:off x="4871425" y="3622012"/>
            <a:ext cx="29700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4871425" y="3949875"/>
            <a:ext cx="24177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7" hasCustomPrompt="1"/>
          </p:nvPr>
        </p:nvSpPr>
        <p:spPr>
          <a:xfrm>
            <a:off x="3521206" y="1358025"/>
            <a:ext cx="11328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8" hasCustomPrompt="1"/>
          </p:nvPr>
        </p:nvSpPr>
        <p:spPr>
          <a:xfrm>
            <a:off x="3521212" y="3776425"/>
            <a:ext cx="11328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9" hasCustomPrompt="1"/>
          </p:nvPr>
        </p:nvSpPr>
        <p:spPr>
          <a:xfrm>
            <a:off x="3521212" y="2567225"/>
            <a:ext cx="11328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304800" y="154200"/>
            <a:ext cx="1533600" cy="3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udiowide"/>
              <a:buNone/>
              <a:defRPr sz="1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8086725" y="4697625"/>
            <a:ext cx="752400" cy="30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udiowide"/>
              <a:buNone/>
              <a:defRPr sz="12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udiowide"/>
              <a:buNone/>
              <a:defRPr sz="1800"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cxnSp>
        <p:nvCxnSpPr>
          <p:cNvPr id="110" name="Google Shape;110;p13"/>
          <p:cNvCxnSpPr/>
          <p:nvPr/>
        </p:nvCxnSpPr>
        <p:spPr>
          <a:xfrm>
            <a:off x="1838400" y="304800"/>
            <a:ext cx="70008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3"/>
          <p:cNvCxnSpPr/>
          <p:nvPr/>
        </p:nvCxnSpPr>
        <p:spPr>
          <a:xfrm>
            <a:off x="304725" y="4857750"/>
            <a:ext cx="77820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/>
          <p:nvPr/>
        </p:nvSpPr>
        <p:spPr>
          <a:xfrm>
            <a:off x="6576750" y="-2026025"/>
            <a:ext cx="4319700" cy="4320000"/>
          </a:xfrm>
          <a:prstGeom prst="ellipse">
            <a:avLst/>
          </a:prstGeom>
          <a:gradFill>
            <a:gsLst>
              <a:gs pos="0">
                <a:schemeClr val="dk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-1976427" y="-2681812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-1556077" y="3963606"/>
            <a:ext cx="4319700" cy="43197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subTitle" idx="1"/>
          </p:nvPr>
        </p:nvSpPr>
        <p:spPr>
          <a:xfrm>
            <a:off x="5503425" y="2319725"/>
            <a:ext cx="2632800" cy="10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4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18" name="Google Shape;118;p14"/>
          <p:cNvCxnSpPr/>
          <p:nvPr/>
        </p:nvCxnSpPr>
        <p:spPr>
          <a:xfrm>
            <a:off x="285750" y="30480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14"/>
          <p:cNvCxnSpPr/>
          <p:nvPr/>
        </p:nvCxnSpPr>
        <p:spPr>
          <a:xfrm>
            <a:off x="304725" y="485775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>
            <a:spLocks noGrp="1"/>
          </p:cNvSpPr>
          <p:nvPr>
            <p:ph type="title"/>
          </p:nvPr>
        </p:nvSpPr>
        <p:spPr>
          <a:xfrm>
            <a:off x="716613" y="3104700"/>
            <a:ext cx="2336400" cy="28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7" name="Google Shape;137;p17"/>
          <p:cNvSpPr txBox="1">
            <a:spLocks noGrp="1"/>
          </p:cNvSpPr>
          <p:nvPr>
            <p:ph type="subTitle" idx="1"/>
          </p:nvPr>
        </p:nvSpPr>
        <p:spPr>
          <a:xfrm>
            <a:off x="716613" y="3388050"/>
            <a:ext cx="23364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7"/>
          <p:cNvSpPr txBox="1">
            <a:spLocks noGrp="1"/>
          </p:cNvSpPr>
          <p:nvPr>
            <p:ph type="title" idx="2"/>
          </p:nvPr>
        </p:nvSpPr>
        <p:spPr>
          <a:xfrm>
            <a:off x="3403800" y="3104700"/>
            <a:ext cx="2336400" cy="28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9" name="Google Shape;139;p17"/>
          <p:cNvSpPr txBox="1">
            <a:spLocks noGrp="1"/>
          </p:cNvSpPr>
          <p:nvPr>
            <p:ph type="subTitle" idx="3"/>
          </p:nvPr>
        </p:nvSpPr>
        <p:spPr>
          <a:xfrm>
            <a:off x="3403800" y="3387227"/>
            <a:ext cx="23364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7"/>
          <p:cNvSpPr txBox="1">
            <a:spLocks noGrp="1"/>
          </p:cNvSpPr>
          <p:nvPr>
            <p:ph type="title" idx="4"/>
          </p:nvPr>
        </p:nvSpPr>
        <p:spPr>
          <a:xfrm>
            <a:off x="6090987" y="3104700"/>
            <a:ext cx="2336400" cy="28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1" name="Google Shape;141;p17"/>
          <p:cNvSpPr txBox="1">
            <a:spLocks noGrp="1"/>
          </p:cNvSpPr>
          <p:nvPr>
            <p:ph type="subTitle" idx="5"/>
          </p:nvPr>
        </p:nvSpPr>
        <p:spPr>
          <a:xfrm>
            <a:off x="6090987" y="3388050"/>
            <a:ext cx="23364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43" name="Google Shape;143;p17"/>
          <p:cNvCxnSpPr/>
          <p:nvPr/>
        </p:nvCxnSpPr>
        <p:spPr>
          <a:xfrm>
            <a:off x="285750" y="30480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17"/>
          <p:cNvCxnSpPr/>
          <p:nvPr/>
        </p:nvCxnSpPr>
        <p:spPr>
          <a:xfrm>
            <a:off x="304725" y="485775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" name="Google Shape;145;p17"/>
          <p:cNvSpPr/>
          <p:nvPr/>
        </p:nvSpPr>
        <p:spPr>
          <a:xfrm>
            <a:off x="8003698" y="-1620344"/>
            <a:ext cx="4319700" cy="43197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-2661077" y="-2008687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-495600" y="4164600"/>
            <a:ext cx="4319700" cy="4320000"/>
          </a:xfrm>
          <a:prstGeom prst="ellipse">
            <a:avLst/>
          </a:prstGeom>
          <a:gradFill>
            <a:gsLst>
              <a:gs pos="0">
                <a:schemeClr val="dk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-1274152" y="3969381"/>
            <a:ext cx="4319700" cy="43197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-3063827" y="-1428487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7152100" y="-1905225"/>
            <a:ext cx="4319700" cy="4320000"/>
          </a:xfrm>
          <a:prstGeom prst="ellipse">
            <a:avLst/>
          </a:prstGeom>
          <a:gradFill>
            <a:gsLst>
              <a:gs pos="0">
                <a:schemeClr val="dk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title"/>
          </p:nvPr>
        </p:nvSpPr>
        <p:spPr>
          <a:xfrm>
            <a:off x="1024800" y="1754425"/>
            <a:ext cx="24600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3" name="Google Shape;153;p18"/>
          <p:cNvSpPr txBox="1">
            <a:spLocks noGrp="1"/>
          </p:cNvSpPr>
          <p:nvPr>
            <p:ph type="subTitle" idx="1"/>
          </p:nvPr>
        </p:nvSpPr>
        <p:spPr>
          <a:xfrm>
            <a:off x="1024800" y="2094975"/>
            <a:ext cx="2460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8"/>
          <p:cNvSpPr txBox="1">
            <a:spLocks noGrp="1"/>
          </p:cNvSpPr>
          <p:nvPr>
            <p:ph type="title" idx="2"/>
          </p:nvPr>
        </p:nvSpPr>
        <p:spPr>
          <a:xfrm>
            <a:off x="5659206" y="1754425"/>
            <a:ext cx="24600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5" name="Google Shape;155;p18"/>
          <p:cNvSpPr txBox="1">
            <a:spLocks noGrp="1"/>
          </p:cNvSpPr>
          <p:nvPr>
            <p:ph type="subTitle" idx="3"/>
          </p:nvPr>
        </p:nvSpPr>
        <p:spPr>
          <a:xfrm>
            <a:off x="5659204" y="2094975"/>
            <a:ext cx="2460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8"/>
          <p:cNvSpPr txBox="1">
            <a:spLocks noGrp="1"/>
          </p:cNvSpPr>
          <p:nvPr>
            <p:ph type="title" idx="4"/>
          </p:nvPr>
        </p:nvSpPr>
        <p:spPr>
          <a:xfrm>
            <a:off x="1024800" y="3199250"/>
            <a:ext cx="24600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subTitle" idx="5"/>
          </p:nvPr>
        </p:nvSpPr>
        <p:spPr>
          <a:xfrm>
            <a:off x="1024800" y="3539775"/>
            <a:ext cx="2460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8"/>
          <p:cNvSpPr txBox="1">
            <a:spLocks noGrp="1"/>
          </p:cNvSpPr>
          <p:nvPr>
            <p:ph type="title" idx="6"/>
          </p:nvPr>
        </p:nvSpPr>
        <p:spPr>
          <a:xfrm>
            <a:off x="5659206" y="3199250"/>
            <a:ext cx="2460000" cy="34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9" name="Google Shape;159;p18"/>
          <p:cNvSpPr txBox="1">
            <a:spLocks noGrp="1"/>
          </p:cNvSpPr>
          <p:nvPr>
            <p:ph type="subTitle" idx="7"/>
          </p:nvPr>
        </p:nvSpPr>
        <p:spPr>
          <a:xfrm>
            <a:off x="5659204" y="3539775"/>
            <a:ext cx="2460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61" name="Google Shape;161;p18"/>
          <p:cNvCxnSpPr/>
          <p:nvPr/>
        </p:nvCxnSpPr>
        <p:spPr>
          <a:xfrm>
            <a:off x="285750" y="30480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18"/>
          <p:cNvCxnSpPr/>
          <p:nvPr/>
        </p:nvCxnSpPr>
        <p:spPr>
          <a:xfrm>
            <a:off x="304725" y="485775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-2858200" y="-845100"/>
            <a:ext cx="4319700" cy="4320000"/>
          </a:xfrm>
          <a:prstGeom prst="ellipse">
            <a:avLst/>
          </a:prstGeom>
          <a:gradFill>
            <a:gsLst>
              <a:gs pos="0">
                <a:schemeClr val="dk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-534127" y="3838331"/>
            <a:ext cx="4319700" cy="4319700"/>
          </a:xfrm>
          <a:prstGeom prst="ellipse">
            <a:avLst/>
          </a:prstGeom>
          <a:gradFill>
            <a:gsLst>
              <a:gs pos="0">
                <a:schemeClr val="accent1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6939748" y="-1502137"/>
            <a:ext cx="4319700" cy="4319700"/>
          </a:xfrm>
          <a:prstGeom prst="ellipse">
            <a:avLst/>
          </a:prstGeom>
          <a:gradFill>
            <a:gsLst>
              <a:gs pos="0">
                <a:schemeClr val="lt2"/>
              </a:gs>
              <a:gs pos="6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5" name="Google Shape;215;p23"/>
          <p:cNvCxnSpPr/>
          <p:nvPr/>
        </p:nvCxnSpPr>
        <p:spPr>
          <a:xfrm>
            <a:off x="285750" y="30480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" name="Google Shape;216;p23"/>
          <p:cNvCxnSpPr/>
          <p:nvPr/>
        </p:nvCxnSpPr>
        <p:spPr>
          <a:xfrm>
            <a:off x="304725" y="4857750"/>
            <a:ext cx="8553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  <a:effectLst>
            <a:outerShdw blurRad="342900" dist="19050" dir="5400000" algn="bl" rotWithShape="0">
              <a:schemeClr val="lt1">
                <a:alpha val="3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udiowide"/>
              <a:buNone/>
              <a:defRPr sz="30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Bebas Neue"/>
              <a:buNone/>
              <a:defRPr sz="30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●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○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■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●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○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■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●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○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Char char="■"/>
              <a:defRPr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7" r:id="rId7"/>
    <p:sldLayoutId id="2147483658" r:id="rId8"/>
    <p:sldLayoutId id="2147483659" r:id="rId9"/>
    <p:sldLayoutId id="2147483660" r:id="rId10"/>
    <p:sldLayoutId id="2147483663" r:id="rId11"/>
    <p:sldLayoutId id="2147483664" r:id="rId12"/>
    <p:sldLayoutId id="2147483669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>
            <a:spLocks noGrp="1"/>
          </p:cNvSpPr>
          <p:nvPr>
            <p:ph type="subTitle" idx="1"/>
          </p:nvPr>
        </p:nvSpPr>
        <p:spPr>
          <a:xfrm>
            <a:off x="3434341" y="3720172"/>
            <a:ext cx="4074300" cy="48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DONE BY : Malak Yazbek</a:t>
            </a:r>
            <a:endParaRPr dirty="0"/>
          </a:p>
        </p:txBody>
      </p:sp>
      <p:sp>
        <p:nvSpPr>
          <p:cNvPr id="228" name="Google Shape;228;p27"/>
          <p:cNvSpPr txBox="1">
            <a:spLocks noGrp="1"/>
          </p:cNvSpPr>
          <p:nvPr>
            <p:ph type="ctrTitle"/>
          </p:nvPr>
        </p:nvSpPr>
        <p:spPr>
          <a:xfrm>
            <a:off x="3434341" y="1122684"/>
            <a:ext cx="5404783" cy="2642100"/>
          </a:xfrm>
          <a:prstGeom prst="rect">
            <a:avLst/>
          </a:prstGeom>
        </p:spPr>
        <p:txBody>
          <a:bodyPr spcFirstLastPara="1" wrap="square" lIns="857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/>
              <a:t>PACKET TRACER</a:t>
            </a:r>
            <a:r>
              <a:rPr lang="en" sz="3800" dirty="0"/>
              <a:t> </a:t>
            </a:r>
            <a:r>
              <a:rPr lang="en" sz="6000" dirty="0"/>
              <a:t>TRAFFIC </a:t>
            </a:r>
            <a:endParaRPr sz="6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 dirty="0"/>
              <a:t>MANAGEMENT </a:t>
            </a:r>
            <a:r>
              <a:rPr lang="en" sz="4500" dirty="0"/>
              <a:t>SYSTEM</a:t>
            </a:r>
            <a:r>
              <a:rPr lang="en" sz="4400" dirty="0"/>
              <a:t> </a:t>
            </a:r>
            <a:endParaRPr sz="4700" dirty="0">
              <a:solidFill>
                <a:schemeClr val="dk2"/>
              </a:solidFill>
            </a:endParaRPr>
          </a:p>
        </p:txBody>
      </p:sp>
      <p:pic>
        <p:nvPicPr>
          <p:cNvPr id="229" name="Google Shape;22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358" y="1085851"/>
            <a:ext cx="984597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 txBox="1">
            <a:spLocks noGrp="1"/>
          </p:cNvSpPr>
          <p:nvPr>
            <p:ph type="subTitle" idx="2"/>
          </p:nvPr>
        </p:nvSpPr>
        <p:spPr>
          <a:xfrm>
            <a:off x="304800" y="154200"/>
            <a:ext cx="15336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LIGHT</a:t>
            </a:r>
            <a:endParaRPr/>
          </a:p>
        </p:txBody>
      </p:sp>
      <p:sp>
        <p:nvSpPr>
          <p:cNvPr id="231" name="Google Shape;231;p27"/>
          <p:cNvSpPr txBox="1">
            <a:spLocks noGrp="1"/>
          </p:cNvSpPr>
          <p:nvPr>
            <p:ph type="subTitle" idx="3"/>
          </p:nvPr>
        </p:nvSpPr>
        <p:spPr>
          <a:xfrm>
            <a:off x="8086725" y="4697625"/>
            <a:ext cx="7524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1"/>
          <p:cNvSpPr txBox="1">
            <a:spLocks noGrp="1"/>
          </p:cNvSpPr>
          <p:nvPr>
            <p:ph type="subTitle" idx="3"/>
          </p:nvPr>
        </p:nvSpPr>
        <p:spPr>
          <a:xfrm>
            <a:off x="304800" y="154200"/>
            <a:ext cx="15336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LIGHT</a:t>
            </a:r>
            <a:endParaRPr/>
          </a:p>
        </p:txBody>
      </p:sp>
      <p:sp>
        <p:nvSpPr>
          <p:cNvPr id="279" name="Google Shape;279;p31"/>
          <p:cNvSpPr txBox="1">
            <a:spLocks noGrp="1"/>
          </p:cNvSpPr>
          <p:nvPr>
            <p:ph type="subTitle" idx="4"/>
          </p:nvPr>
        </p:nvSpPr>
        <p:spPr>
          <a:xfrm>
            <a:off x="8086725" y="4697625"/>
            <a:ext cx="7524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2025</a:t>
            </a:r>
            <a:endParaRPr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D8F3FE-4D8E-01FF-5F1D-4B5AE7D1AC1C}"/>
              </a:ext>
            </a:extLst>
          </p:cNvPr>
          <p:cNvGrpSpPr/>
          <p:nvPr/>
        </p:nvGrpSpPr>
        <p:grpSpPr>
          <a:xfrm>
            <a:off x="430340" y="983585"/>
            <a:ext cx="8283321" cy="3176330"/>
            <a:chOff x="602932" y="949232"/>
            <a:chExt cx="8283321" cy="317633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B1A547-17AE-7F83-3E28-98614201BAF4}"/>
                </a:ext>
              </a:extLst>
            </p:cNvPr>
            <p:cNvSpPr txBox="1"/>
            <p:nvPr/>
          </p:nvSpPr>
          <p:spPr>
            <a:xfrm>
              <a:off x="1831085" y="2599182"/>
              <a:ext cx="5827014" cy="15263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rgbClr val="C00000"/>
                </a:buClr>
                <a:buFont typeface="Wingdings" panose="05000000000000000000" pitchFamily="2" charset="2"/>
                <a:buChar char=""/>
              </a:pPr>
              <a:r>
                <a:rPr lang="en-GB" sz="1600" dirty="0">
                  <a:solidFill>
                    <a:srgbClr val="FF0000"/>
                  </a:solidFill>
                  <a:latin typeface="Mulish" panose="020B0604020202020204" charset="0"/>
                </a:rPr>
                <a:t>It combines </a:t>
              </a:r>
              <a:r>
                <a:rPr lang="en-GB" sz="1600" b="1" dirty="0">
                  <a:solidFill>
                    <a:srgbClr val="FF0000"/>
                  </a:solidFill>
                  <a:latin typeface="Mulish" panose="020B0604020202020204" charset="0"/>
                </a:rPr>
                <a:t>sensors, automation, alerts, and networking</a:t>
              </a:r>
              <a:r>
                <a:rPr lang="en-GB" sz="1600" dirty="0">
                  <a:solidFill>
                    <a:srgbClr val="FF0000"/>
                  </a:solidFill>
                  <a:latin typeface="Mulish" panose="020B0604020202020204" charset="0"/>
                </a:rPr>
                <a:t> to improve safety and efficiency.</a:t>
              </a:r>
            </a:p>
            <a:p>
              <a:pPr marL="285750" indent="-285750">
                <a:lnSpc>
                  <a:spcPct val="150000"/>
                </a:lnSpc>
                <a:buClr>
                  <a:srgbClr val="C00000"/>
                </a:buClr>
                <a:buFont typeface="Wingdings" panose="05000000000000000000" pitchFamily="2" charset="2"/>
                <a:buChar char=""/>
              </a:pPr>
              <a:r>
                <a:rPr lang="en-GB" sz="1600" dirty="0">
                  <a:solidFill>
                    <a:srgbClr val="FF0000"/>
                  </a:solidFill>
                  <a:latin typeface="Mulish" panose="020B0604020202020204" charset="0"/>
                </a:rPr>
                <a:t>The system is scalable and suitable for </a:t>
              </a:r>
              <a:r>
                <a:rPr lang="en-GB" sz="1600" b="1" dirty="0">
                  <a:solidFill>
                    <a:srgbClr val="FF0000"/>
                  </a:solidFill>
                  <a:latin typeface="Mulish" panose="020B0604020202020204" charset="0"/>
                </a:rPr>
                <a:t>future smart city applications</a:t>
              </a:r>
              <a:r>
                <a:rPr lang="en-GB" sz="1600" dirty="0">
                  <a:solidFill>
                    <a:srgbClr val="FF0000"/>
                  </a:solidFill>
                  <a:latin typeface="Mulish" panose="020B0604020202020204" charset="0"/>
                </a:rPr>
                <a:t>.</a:t>
              </a:r>
              <a:endParaRPr lang="en-US" sz="1600" dirty="0">
                <a:solidFill>
                  <a:srgbClr val="FF0000"/>
                </a:solidFill>
                <a:latin typeface="Mulish" panose="020B060402020202020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73920D-BAEF-FBD2-E1C2-19E16FE36E6C}"/>
                </a:ext>
              </a:extLst>
            </p:cNvPr>
            <p:cNvSpPr txBox="1"/>
            <p:nvPr/>
          </p:nvSpPr>
          <p:spPr>
            <a:xfrm>
              <a:off x="602932" y="949232"/>
              <a:ext cx="8283321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GB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udiowide"/>
                  <a:sym typeface="Audiowide"/>
                </a:rPr>
                <a:t>Smart Street Monitoring and Traffic Management System</a:t>
              </a:r>
              <a:br>
                <a:rPr kumimoji="0" lang="en-GB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udiowide"/>
                  <a:sym typeface="Audiowide"/>
                </a:rPr>
              </a:br>
              <a:r>
                <a:rPr kumimoji="0" lang="en-GB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udiowide"/>
                  <a:sym typeface="Audiowide"/>
                </a:rPr>
                <a:t>Using IoT and Cisco Packet Tracer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>
            <a:spLocks noGrp="1"/>
          </p:cNvSpPr>
          <p:nvPr>
            <p:ph type="title" idx="6"/>
          </p:nvPr>
        </p:nvSpPr>
        <p:spPr>
          <a:xfrm>
            <a:off x="3303775" y="1012190"/>
            <a:ext cx="4540127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Advantages</a:t>
            </a:r>
            <a:endParaRPr sz="4400" b="0" dirty="0"/>
          </a:p>
        </p:txBody>
      </p:sp>
      <p:sp>
        <p:nvSpPr>
          <p:cNvPr id="254" name="Google Shape;254;p29"/>
          <p:cNvSpPr txBox="1">
            <a:spLocks noGrp="1"/>
          </p:cNvSpPr>
          <p:nvPr>
            <p:ph type="subTitle" idx="5"/>
          </p:nvPr>
        </p:nvSpPr>
        <p:spPr>
          <a:xfrm>
            <a:off x="3303775" y="1948074"/>
            <a:ext cx="5292527" cy="2466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Improves pedestrian safety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Reduces traffic confusion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Automatic and smart control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Supports visually impaired people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en-GB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Can be expanded to real smart cities</a:t>
            </a:r>
            <a:endParaRPr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58" name="Google Shape;25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650" y="729125"/>
            <a:ext cx="2322125" cy="380933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9"/>
          <p:cNvSpPr txBox="1">
            <a:spLocks noGrp="1"/>
          </p:cNvSpPr>
          <p:nvPr>
            <p:ph type="subTitle" idx="13"/>
          </p:nvPr>
        </p:nvSpPr>
        <p:spPr>
          <a:xfrm>
            <a:off x="304800" y="154200"/>
            <a:ext cx="15336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LIGHT</a:t>
            </a:r>
            <a:endParaRPr/>
          </a:p>
        </p:txBody>
      </p:sp>
      <p:sp>
        <p:nvSpPr>
          <p:cNvPr id="260" name="Google Shape;260;p29"/>
          <p:cNvSpPr txBox="1">
            <a:spLocks noGrp="1"/>
          </p:cNvSpPr>
          <p:nvPr>
            <p:ph type="subTitle" idx="14"/>
          </p:nvPr>
        </p:nvSpPr>
        <p:spPr>
          <a:xfrm>
            <a:off x="8086725" y="4697625"/>
            <a:ext cx="7524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2025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"/>
          <p:cNvSpPr txBox="1">
            <a:spLocks noGrp="1"/>
          </p:cNvSpPr>
          <p:nvPr>
            <p:ph type="subTitle" idx="1"/>
          </p:nvPr>
        </p:nvSpPr>
        <p:spPr>
          <a:xfrm>
            <a:off x="1059800" y="2087514"/>
            <a:ext cx="4856700" cy="21461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Traffic safety and pedestrian protection are important in smart cities.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This project simulates a smart street system using motion sensors, RGB lights, LCD, buzzer, camera, and network devices in Cisco Packet Tracer.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system automatically detects people and cars and reacts in real time.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6" name="Google Shape;266;p30"/>
          <p:cNvSpPr txBox="1">
            <a:spLocks noGrp="1"/>
          </p:cNvSpPr>
          <p:nvPr>
            <p:ph type="title"/>
          </p:nvPr>
        </p:nvSpPr>
        <p:spPr>
          <a:xfrm>
            <a:off x="1059800" y="1273518"/>
            <a:ext cx="4856700" cy="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pic>
        <p:nvPicPr>
          <p:cNvPr id="267" name="Google Shape;2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4900" y="1229138"/>
            <a:ext cx="1359300" cy="268522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0"/>
          <p:cNvSpPr txBox="1">
            <a:spLocks noGrp="1"/>
          </p:cNvSpPr>
          <p:nvPr>
            <p:ph type="subTitle" idx="2"/>
          </p:nvPr>
        </p:nvSpPr>
        <p:spPr>
          <a:xfrm>
            <a:off x="304800" y="154200"/>
            <a:ext cx="15336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LIGHT</a:t>
            </a:r>
            <a:endParaRPr/>
          </a:p>
        </p:txBody>
      </p:sp>
      <p:sp>
        <p:nvSpPr>
          <p:cNvPr id="269" name="Google Shape;269;p30"/>
          <p:cNvSpPr txBox="1">
            <a:spLocks noGrp="1"/>
          </p:cNvSpPr>
          <p:nvPr>
            <p:ph type="subTitle" idx="3"/>
          </p:nvPr>
        </p:nvSpPr>
        <p:spPr>
          <a:xfrm>
            <a:off x="8086725" y="4697625"/>
            <a:ext cx="7524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2025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>
            <a:spLocks noGrp="1"/>
          </p:cNvSpPr>
          <p:nvPr>
            <p:ph type="title"/>
          </p:nvPr>
        </p:nvSpPr>
        <p:spPr>
          <a:xfrm>
            <a:off x="713225" y="981460"/>
            <a:ext cx="4219800" cy="11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Objectives</a:t>
            </a:r>
            <a:endParaRPr dirty="0"/>
          </a:p>
        </p:txBody>
      </p:sp>
      <p:sp>
        <p:nvSpPr>
          <p:cNvPr id="285" name="Google Shape;285;p32"/>
          <p:cNvSpPr txBox="1">
            <a:spLocks noGrp="1"/>
          </p:cNvSpPr>
          <p:nvPr>
            <p:ph type="body" idx="1"/>
          </p:nvPr>
        </p:nvSpPr>
        <p:spPr>
          <a:xfrm>
            <a:off x="1023125" y="2152418"/>
            <a:ext cx="3600000" cy="19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4130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GB" dirty="0">
                <a:solidFill>
                  <a:schemeClr val="lt1"/>
                </a:solidFill>
              </a:rPr>
              <a:t>Detect people movement and car movement</a:t>
            </a:r>
          </a:p>
          <a:p>
            <a:pPr marL="241300" lvl="0" indent="-215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lang="en-GB" dirty="0">
                <a:solidFill>
                  <a:schemeClr val="lt1"/>
                </a:solidFill>
              </a:rPr>
              <a:t>Control traffic lights automatically</a:t>
            </a:r>
          </a:p>
          <a:p>
            <a:pPr marL="241300" lvl="0" indent="-215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-US" dirty="0">
                <a:solidFill>
                  <a:schemeClr val="lt1"/>
                </a:solidFill>
              </a:rPr>
              <a:t>Improve pedestrian safety</a:t>
            </a:r>
            <a:endParaRPr lang="en" dirty="0">
              <a:solidFill>
                <a:schemeClr val="lt1"/>
              </a:solidFill>
            </a:endParaRPr>
          </a:p>
          <a:p>
            <a:pPr marL="2413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0000"/>
              </a:buClr>
              <a:buSzPts val="1400"/>
              <a:buFont typeface="Mulish"/>
              <a:buChar char="●"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sh"/>
                <a:sym typeface="Mulish"/>
              </a:rPr>
              <a:t>Provide visual and sound alerts</a:t>
            </a:r>
          </a:p>
          <a:p>
            <a:pPr marL="2413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A00"/>
              </a:buClr>
              <a:buSzPts val="1400"/>
              <a:buFont typeface="Mulish"/>
              <a:buChar char="●"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sh"/>
                <a:sym typeface="Mulish"/>
              </a:rPr>
              <a:t>Send street data to server and laptop</a:t>
            </a:r>
          </a:p>
          <a:p>
            <a:pPr marL="241300" marR="0" lvl="0" indent="-215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76A"/>
              </a:buClr>
              <a:buSzPts val="1400"/>
              <a:buFont typeface="Mulish"/>
              <a:buChar char="●"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sh"/>
                <a:sym typeface="Mulish"/>
              </a:rPr>
              <a:t>Demonstrate IoT and networking concepts</a:t>
            </a:r>
          </a:p>
        </p:txBody>
      </p:sp>
      <p:pic>
        <p:nvPicPr>
          <p:cNvPr id="286" name="Google Shape;286;p32"/>
          <p:cNvPicPr preferRelativeResize="0"/>
          <p:nvPr/>
        </p:nvPicPr>
        <p:blipFill rotWithShape="1">
          <a:blip r:embed="rId3">
            <a:alphaModFix/>
          </a:blip>
          <a:srcRect l="30381" t="10493" r="18514" b="10485"/>
          <a:stretch/>
        </p:blipFill>
        <p:spPr>
          <a:xfrm flipH="1">
            <a:off x="5194500" y="539500"/>
            <a:ext cx="3949500" cy="4064400"/>
          </a:xfrm>
          <a:prstGeom prst="flowChartDelay">
            <a:avLst/>
          </a:prstGeom>
          <a:noFill/>
          <a:ln>
            <a:noFill/>
          </a:ln>
          <a:effectLst>
            <a:outerShdw blurRad="1028700" dist="19050" dir="5400000" algn="bl" rotWithShape="0">
              <a:schemeClr val="dk2">
                <a:alpha val="30000"/>
              </a:scheme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"/>
          <p:cNvSpPr txBox="1">
            <a:spLocks noGrp="1"/>
          </p:cNvSpPr>
          <p:nvPr>
            <p:ph type="title" idx="6"/>
          </p:nvPr>
        </p:nvSpPr>
        <p:spPr>
          <a:xfrm>
            <a:off x="720000" y="7102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System Overview</a:t>
            </a:r>
            <a:endParaRPr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B15D05-0D22-6951-D1E4-278444240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2000" y="1368054"/>
            <a:ext cx="6840000" cy="3096000"/>
          </a:xfrm>
        </p:spPr>
        <p:txBody>
          <a:bodyPr/>
          <a:lstStyle/>
          <a:p>
            <a:pPr marL="482600" indent="-342900" algn="l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Two motion sensors ( People &amp; Cars )</a:t>
            </a:r>
          </a:p>
          <a:p>
            <a:pPr marL="482600" indent="-342900" algn="l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Two RGB traffic lights</a:t>
            </a:r>
          </a:p>
          <a:p>
            <a:pPr marL="482600" indent="-342900" algn="l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One LCD screen</a:t>
            </a:r>
          </a:p>
          <a:p>
            <a:pPr marL="482600" indent="-342900" algn="l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Buzzer for alerts</a:t>
            </a:r>
          </a:p>
          <a:p>
            <a:pPr marL="482600" indent="-342900" algn="l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Webcam for street monitoring</a:t>
            </a:r>
          </a:p>
          <a:p>
            <a:pPr marL="482600" indent="-342900" algn="l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SBC controller for processing</a:t>
            </a:r>
          </a:p>
          <a:p>
            <a:pPr marL="482600" indent="-342900" algn="l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</a:rPr>
              <a:t>Wi-Fi router, server, and laptop for data access</a:t>
            </a:r>
          </a:p>
          <a:p>
            <a:pPr marL="139700" indent="0" algn="l">
              <a:lnSpc>
                <a:spcPct val="150000"/>
              </a:lnSpc>
              <a:buClr>
                <a:srgbClr val="C00000"/>
              </a:buClr>
            </a:pPr>
            <a:r>
              <a:rPr lang="en-US" sz="1600" b="1" dirty="0">
                <a:solidFill>
                  <a:srgbClr val="C00000"/>
                </a:solidFill>
              </a:rPr>
              <a:t>All devices are connected and controlled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7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</a:t>
            </a:r>
            <a:r>
              <a:rPr lang="en" dirty="0"/>
              <a:t>hat every element serve?</a:t>
            </a:r>
            <a:endParaRPr dirty="0"/>
          </a:p>
        </p:txBody>
      </p:sp>
      <p:sp>
        <p:nvSpPr>
          <p:cNvPr id="349" name="Google Shape;349;p37"/>
          <p:cNvSpPr txBox="1">
            <a:spLocks noGrp="1"/>
          </p:cNvSpPr>
          <p:nvPr>
            <p:ph type="title"/>
          </p:nvPr>
        </p:nvSpPr>
        <p:spPr>
          <a:xfrm>
            <a:off x="1211016" y="1413598"/>
            <a:ext cx="2340000" cy="7920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Motion Sensors</a:t>
            </a:r>
            <a:endParaRPr dirty="0"/>
          </a:p>
        </p:txBody>
      </p:sp>
      <p:sp>
        <p:nvSpPr>
          <p:cNvPr id="350" name="Google Shape;350;p37"/>
          <p:cNvSpPr txBox="1">
            <a:spLocks noGrp="1"/>
          </p:cNvSpPr>
          <p:nvPr>
            <p:ph type="subTitle" idx="1"/>
          </p:nvPr>
        </p:nvSpPr>
        <p:spPr>
          <a:xfrm>
            <a:off x="1211016" y="2264223"/>
            <a:ext cx="2340000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û"/>
            </a:pPr>
            <a:r>
              <a:rPr lang="en-GB" dirty="0"/>
              <a:t>People Motion Sensor detects pedestrians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û"/>
            </a:pPr>
            <a:r>
              <a:rPr lang="en-GB" dirty="0"/>
              <a:t>Car Motion Sensor detects vehicles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û"/>
            </a:pPr>
            <a:r>
              <a:rPr lang="en-GB" dirty="0"/>
              <a:t>Sensors send signals to the SBC controller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û"/>
            </a:pPr>
            <a:r>
              <a:rPr lang="en-GB" dirty="0"/>
              <a:t>Only one type of movement is active at a time</a:t>
            </a:r>
            <a:endParaRPr dirty="0"/>
          </a:p>
        </p:txBody>
      </p:sp>
      <p:pic>
        <p:nvPicPr>
          <p:cNvPr id="356" name="Google Shape;35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3975" y="1175000"/>
            <a:ext cx="113605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349;p37">
            <a:extLst>
              <a:ext uri="{FF2B5EF4-FFF2-40B4-BE49-F238E27FC236}">
                <a16:creationId xmlns:a16="http://schemas.microsoft.com/office/drawing/2014/main" id="{3EF5A1A5-F7D6-EAE3-BDB2-A5CE743EB86A}"/>
              </a:ext>
            </a:extLst>
          </p:cNvPr>
          <p:cNvSpPr txBox="1">
            <a:spLocks/>
          </p:cNvSpPr>
          <p:nvPr/>
        </p:nvSpPr>
        <p:spPr>
          <a:xfrm>
            <a:off x="5592984" y="1413598"/>
            <a:ext cx="2340000" cy="792000"/>
          </a:xfrm>
          <a:prstGeom prst="rect">
            <a:avLst/>
          </a:prstGeom>
          <a:noFill/>
          <a:ln>
            <a:noFill/>
          </a:ln>
          <a:effectLst>
            <a:outerShdw blurRad="342900" dist="19050" dir="5400000" algn="bl" rotWithShape="0">
              <a:schemeClr val="lt1">
                <a:alpha val="30000"/>
              </a:schemeClr>
            </a:outerShdw>
          </a:effectLst>
        </p:spPr>
        <p:txBody>
          <a:bodyPr spcFirstLastPara="1" wrap="square" lIns="91425" tIns="0" rIns="91425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2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dirty="0"/>
              <a:t>LCD </a:t>
            </a:r>
          </a:p>
          <a:p>
            <a:r>
              <a:rPr lang="en-US" dirty="0"/>
              <a:t>Display</a:t>
            </a:r>
          </a:p>
        </p:txBody>
      </p:sp>
      <p:sp>
        <p:nvSpPr>
          <p:cNvPr id="24" name="Google Shape;350;p37">
            <a:extLst>
              <a:ext uri="{FF2B5EF4-FFF2-40B4-BE49-F238E27FC236}">
                <a16:creationId xmlns:a16="http://schemas.microsoft.com/office/drawing/2014/main" id="{7657992C-313F-A880-B275-2FA53B128B55}"/>
              </a:ext>
            </a:extLst>
          </p:cNvPr>
          <p:cNvSpPr txBox="1">
            <a:spLocks/>
          </p:cNvSpPr>
          <p:nvPr/>
        </p:nvSpPr>
        <p:spPr>
          <a:xfrm>
            <a:off x="5592984" y="2264223"/>
            <a:ext cx="234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û"/>
            </a:pPr>
            <a:r>
              <a:rPr lang="en-GB" dirty="0"/>
              <a:t>The LCD shows real - time street status :</a:t>
            </a:r>
          </a:p>
          <a:p>
            <a:pPr marL="742950" lvl="1" indent="-285750" algn="l">
              <a:buFont typeface="Mulish" panose="020B0604020202020204" charset="0"/>
              <a:buChar char="-"/>
            </a:pPr>
            <a:r>
              <a:rPr lang="en-GB" dirty="0"/>
              <a:t>Waiting</a:t>
            </a:r>
          </a:p>
          <a:p>
            <a:pPr marL="742950" lvl="1" indent="-285750" algn="l">
              <a:buFont typeface="Mulish" panose="020B0604020202020204" charset="0"/>
              <a:buChar char="-"/>
            </a:pPr>
            <a:r>
              <a:rPr lang="en-GB" dirty="0"/>
              <a:t>People Moving</a:t>
            </a:r>
          </a:p>
          <a:p>
            <a:pPr marL="742950" lvl="1" indent="-285750" algn="l">
              <a:buFont typeface="Mulish" panose="020B0604020202020204" charset="0"/>
              <a:buChar char="-"/>
            </a:pPr>
            <a:r>
              <a:rPr lang="en-GB" dirty="0"/>
              <a:t>Cars Moving</a:t>
            </a:r>
          </a:p>
          <a:p>
            <a:pPr marL="285750" lvl="1" indent="-285750" algn="l">
              <a:buFont typeface="Wingdings" panose="05000000000000000000" pitchFamily="2" charset="2"/>
              <a:buChar char="û"/>
            </a:pPr>
            <a:r>
              <a:rPr lang="en-GB" dirty="0"/>
              <a:t>This helps drivers and pedestrians understand the situation clearly.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FC8868A1-7BB0-E0F0-86D0-E4C855ADC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7">
            <a:extLst>
              <a:ext uri="{FF2B5EF4-FFF2-40B4-BE49-F238E27FC236}">
                <a16:creationId xmlns:a16="http://schemas.microsoft.com/office/drawing/2014/main" id="{38F94052-0081-C615-BB44-C635DA2C51F0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</a:t>
            </a:r>
            <a:r>
              <a:rPr lang="en" dirty="0"/>
              <a:t>hat every element serve?</a:t>
            </a:r>
            <a:endParaRPr dirty="0"/>
          </a:p>
        </p:txBody>
      </p:sp>
      <p:sp>
        <p:nvSpPr>
          <p:cNvPr id="349" name="Google Shape;349;p37">
            <a:extLst>
              <a:ext uri="{FF2B5EF4-FFF2-40B4-BE49-F238E27FC236}">
                <a16:creationId xmlns:a16="http://schemas.microsoft.com/office/drawing/2014/main" id="{0B91D03F-F6A7-2CA3-E317-06FEEB7EB4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1016" y="1609383"/>
            <a:ext cx="2340000" cy="7920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Camera and Monitoring</a:t>
            </a:r>
            <a:endParaRPr dirty="0"/>
          </a:p>
        </p:txBody>
      </p:sp>
      <p:sp>
        <p:nvSpPr>
          <p:cNvPr id="350" name="Google Shape;350;p37">
            <a:extLst>
              <a:ext uri="{FF2B5EF4-FFF2-40B4-BE49-F238E27FC236}">
                <a16:creationId xmlns:a16="http://schemas.microsoft.com/office/drawing/2014/main" id="{4324429E-06BB-689B-FEAF-82545C6EC27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11016" y="2460008"/>
            <a:ext cx="2340000" cy="18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û"/>
            </a:pPr>
            <a:r>
              <a:rPr lang="en-GB" dirty="0"/>
              <a:t>Webcam monitors the street.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û"/>
            </a:pPr>
            <a:r>
              <a:rPr lang="en-GB" dirty="0"/>
              <a:t>Camera sends data to the server.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û"/>
            </a:pPr>
            <a:r>
              <a:rPr lang="en-GB" dirty="0"/>
              <a:t>Laptop can access the street data.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û"/>
            </a:pPr>
            <a:r>
              <a:rPr lang="en-GB" dirty="0"/>
              <a:t>Enables remote monitoring.</a:t>
            </a:r>
            <a:endParaRPr dirty="0"/>
          </a:p>
        </p:txBody>
      </p:sp>
      <p:pic>
        <p:nvPicPr>
          <p:cNvPr id="356" name="Google Shape;356;p37">
            <a:extLst>
              <a:ext uri="{FF2B5EF4-FFF2-40B4-BE49-F238E27FC236}">
                <a16:creationId xmlns:a16="http://schemas.microsoft.com/office/drawing/2014/main" id="{4D2EBD71-5130-3A5A-86F1-7D28B056119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3975" y="1175000"/>
            <a:ext cx="113605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349;p37">
            <a:extLst>
              <a:ext uri="{FF2B5EF4-FFF2-40B4-BE49-F238E27FC236}">
                <a16:creationId xmlns:a16="http://schemas.microsoft.com/office/drawing/2014/main" id="{4FE1BDF4-D139-EE2C-350C-FD52922AA5BF}"/>
              </a:ext>
            </a:extLst>
          </p:cNvPr>
          <p:cNvSpPr txBox="1">
            <a:spLocks/>
          </p:cNvSpPr>
          <p:nvPr/>
        </p:nvSpPr>
        <p:spPr>
          <a:xfrm>
            <a:off x="5592984" y="1609383"/>
            <a:ext cx="2340000" cy="792000"/>
          </a:xfrm>
          <a:prstGeom prst="rect">
            <a:avLst/>
          </a:prstGeom>
          <a:noFill/>
          <a:ln>
            <a:noFill/>
          </a:ln>
          <a:effectLst>
            <a:outerShdw blurRad="342900" dist="19050" dir="5400000" algn="bl" rotWithShape="0">
              <a:schemeClr val="lt1">
                <a:alpha val="30000"/>
              </a:schemeClr>
            </a:outerShdw>
          </a:effectLst>
        </p:spPr>
        <p:txBody>
          <a:bodyPr spcFirstLastPara="1" wrap="square" lIns="91425" tIns="0" rIns="91425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udiowide"/>
              <a:buNone/>
              <a:defRPr sz="2200" b="0" i="0" u="none" strike="noStrike" cap="none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dirty="0"/>
              <a:t>Buzzer System</a:t>
            </a:r>
          </a:p>
        </p:txBody>
      </p:sp>
      <p:sp>
        <p:nvSpPr>
          <p:cNvPr id="24" name="Google Shape;350;p37">
            <a:extLst>
              <a:ext uri="{FF2B5EF4-FFF2-40B4-BE49-F238E27FC236}">
                <a16:creationId xmlns:a16="http://schemas.microsoft.com/office/drawing/2014/main" id="{EC0699A6-0D59-D28D-B076-EB9D5F22E9D3}"/>
              </a:ext>
            </a:extLst>
          </p:cNvPr>
          <p:cNvSpPr txBox="1">
            <a:spLocks/>
          </p:cNvSpPr>
          <p:nvPr/>
        </p:nvSpPr>
        <p:spPr>
          <a:xfrm>
            <a:off x="5592984" y="2460008"/>
            <a:ext cx="2340000" cy="18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û"/>
            </a:pPr>
            <a:r>
              <a:rPr lang="en-GB" dirty="0"/>
              <a:t>The buzzer activates only when cars are moving.</a:t>
            </a:r>
          </a:p>
          <a:p>
            <a:pPr marL="285750" indent="-285750" algn="l">
              <a:buFont typeface="Wingdings" panose="05000000000000000000" pitchFamily="2" charset="2"/>
              <a:buChar char="û"/>
            </a:pPr>
            <a:r>
              <a:rPr lang="en-GB" dirty="0"/>
              <a:t>Helps people who cannot see.</a:t>
            </a:r>
          </a:p>
          <a:p>
            <a:pPr marL="285750" indent="-285750" algn="l">
              <a:buFont typeface="Wingdings" panose="05000000000000000000" pitchFamily="2" charset="2"/>
              <a:buChar char="û"/>
            </a:pPr>
            <a:r>
              <a:rPr lang="en-GB" dirty="0"/>
              <a:t>Acts as a warning sound for pedestrian safety.</a:t>
            </a:r>
          </a:p>
        </p:txBody>
      </p:sp>
    </p:spTree>
    <p:extLst>
      <p:ext uri="{BB962C8B-B14F-4D97-AF65-F5344CB8AC3E}">
        <p14:creationId xmlns:p14="http://schemas.microsoft.com/office/powerpoint/2010/main" val="3711317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/>
          <p:cNvSpPr txBox="1">
            <a:spLocks noGrp="1"/>
          </p:cNvSpPr>
          <p:nvPr>
            <p:ph type="title"/>
          </p:nvPr>
        </p:nvSpPr>
        <p:spPr>
          <a:xfrm>
            <a:off x="4032320" y="1236666"/>
            <a:ext cx="3346857" cy="11520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Networking Components</a:t>
            </a:r>
            <a:endParaRPr sz="3200" dirty="0"/>
          </a:p>
        </p:txBody>
      </p:sp>
      <p:sp>
        <p:nvSpPr>
          <p:cNvPr id="316" name="Google Shape;316;p35"/>
          <p:cNvSpPr txBox="1">
            <a:spLocks noGrp="1"/>
          </p:cNvSpPr>
          <p:nvPr>
            <p:ph type="subTitle" idx="1"/>
          </p:nvPr>
        </p:nvSpPr>
        <p:spPr>
          <a:xfrm>
            <a:off x="3635749" y="2502081"/>
            <a:ext cx="4140000" cy="12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Wi-Fi Router connects all devices wirelessly.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SBC Controller processes sensor data.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Server stores street data.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Laptop displays the data.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This demonstrates real IoT communication.</a:t>
            </a:r>
            <a:endParaRPr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7" name="Google Shape;317;p35"/>
          <p:cNvSpPr txBox="1">
            <a:spLocks noGrp="1"/>
          </p:cNvSpPr>
          <p:nvPr>
            <p:ph type="subTitle" idx="2"/>
          </p:nvPr>
        </p:nvSpPr>
        <p:spPr>
          <a:xfrm>
            <a:off x="304800" y="154200"/>
            <a:ext cx="15336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LIGHT</a:t>
            </a:r>
            <a:endParaRPr/>
          </a:p>
        </p:txBody>
      </p:sp>
      <p:sp>
        <p:nvSpPr>
          <p:cNvPr id="318" name="Google Shape;318;p35"/>
          <p:cNvSpPr txBox="1">
            <a:spLocks noGrp="1"/>
          </p:cNvSpPr>
          <p:nvPr>
            <p:ph type="subTitle" idx="3"/>
          </p:nvPr>
        </p:nvSpPr>
        <p:spPr>
          <a:xfrm>
            <a:off x="8086725" y="4697625"/>
            <a:ext cx="7524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2025</a:t>
            </a:r>
            <a:endParaRPr dirty="0"/>
          </a:p>
        </p:txBody>
      </p:sp>
      <p:pic>
        <p:nvPicPr>
          <p:cNvPr id="319" name="Google Shape;31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774" y="1367298"/>
            <a:ext cx="2434927" cy="303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8219068-7716-8227-B756-3D153E3C0E8D}"/>
              </a:ext>
            </a:extLst>
          </p:cNvPr>
          <p:cNvGrpSpPr/>
          <p:nvPr/>
        </p:nvGrpSpPr>
        <p:grpSpPr>
          <a:xfrm>
            <a:off x="648000" y="1114549"/>
            <a:ext cx="7848000" cy="2914403"/>
            <a:chOff x="648000" y="705870"/>
            <a:chExt cx="7848000" cy="291440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4F524DE-4582-0DF2-7348-7D6BBA474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3956" r="4726" b="30133"/>
            <a:stretch/>
          </p:blipFill>
          <p:spPr>
            <a:xfrm>
              <a:off x="648000" y="1648206"/>
              <a:ext cx="7848000" cy="1972067"/>
            </a:xfrm>
            <a:prstGeom prst="rect">
              <a:avLst/>
            </a:prstGeom>
          </p:spPr>
        </p:pic>
        <p:sp>
          <p:nvSpPr>
            <p:cNvPr id="4" name="Google Shape;291;p33">
              <a:extLst>
                <a:ext uri="{FF2B5EF4-FFF2-40B4-BE49-F238E27FC236}">
                  <a16:creationId xmlns:a16="http://schemas.microsoft.com/office/drawing/2014/main" id="{84D8F39F-3C9D-F623-A5C9-614FB7D6F67D}"/>
                </a:ext>
              </a:extLst>
            </p:cNvPr>
            <p:cNvSpPr txBox="1">
              <a:spLocks/>
            </p:cNvSpPr>
            <p:nvPr/>
          </p:nvSpPr>
          <p:spPr>
            <a:xfrm>
              <a:off x="2952000" y="705870"/>
              <a:ext cx="3240000" cy="720000"/>
            </a:xfrm>
            <a:prstGeom prst="rect">
              <a:avLst/>
            </a:prstGeom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en-US" sz="4000" dirty="0">
                  <a:solidFill>
                    <a:schemeClr val="bg1"/>
                  </a:solidFill>
                  <a:latin typeface="Mulish" panose="020B0604020202020204" charset="0"/>
                </a:rPr>
                <a:t>Data Flow 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3632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0026891-A49C-6193-A828-A535AD102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2194"/>
            <a:ext cx="9144000" cy="329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688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 txBox="1">
            <a:spLocks noGrp="1"/>
          </p:cNvSpPr>
          <p:nvPr>
            <p:ph type="title"/>
          </p:nvPr>
        </p:nvSpPr>
        <p:spPr>
          <a:xfrm>
            <a:off x="3429752" y="2031750"/>
            <a:ext cx="4680000" cy="10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THANKS</a:t>
            </a:r>
            <a:endParaRPr sz="6600" dirty="0"/>
          </a:p>
        </p:txBody>
      </p:sp>
      <p:pic>
        <p:nvPicPr>
          <p:cNvPr id="296" name="Google Shape;2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3379" y="1588442"/>
            <a:ext cx="1885075" cy="1966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ternational Traffic Light Day Minitheme by Slidesgo">
  <a:themeElements>
    <a:clrScheme name="Simple Light">
      <a:dk1>
        <a:srgbClr val="191919"/>
      </a:dk1>
      <a:lt1>
        <a:srgbClr val="FFFFFF"/>
      </a:lt1>
      <a:dk2>
        <a:srgbClr val="F60000"/>
      </a:dk2>
      <a:lt2>
        <a:srgbClr val="FFBA00"/>
      </a:lt2>
      <a:accent1>
        <a:srgbClr val="00E76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374</Words>
  <Application>Microsoft Office PowerPoint</Application>
  <PresentationFormat>On-screen Show (16:9)</PresentationFormat>
  <Paragraphs>73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Mulish</vt:lpstr>
      <vt:lpstr>Bebas Neue</vt:lpstr>
      <vt:lpstr>Wingdings</vt:lpstr>
      <vt:lpstr>Darker Grotesque SemiBold</vt:lpstr>
      <vt:lpstr>Audiowide</vt:lpstr>
      <vt:lpstr>Arial</vt:lpstr>
      <vt:lpstr>International Traffic Light Day Minitheme by Slidesgo</vt:lpstr>
      <vt:lpstr>PACKET TRACER TRAFFIC  MANAGEMENT SYSTEM </vt:lpstr>
      <vt:lpstr>PowerPoint Presentation</vt:lpstr>
      <vt:lpstr>Advantages</vt:lpstr>
      <vt:lpstr>INTRODUCTION</vt:lpstr>
      <vt:lpstr>Project Objectives</vt:lpstr>
      <vt:lpstr>System Overview</vt:lpstr>
      <vt:lpstr>What every element serve?</vt:lpstr>
      <vt:lpstr>What every element serve?</vt:lpstr>
      <vt:lpstr>Networking Components</vt:lpstr>
      <vt:lpstr>PowerPoint Presentation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Malak Yazbek</cp:lastModifiedBy>
  <cp:revision>1</cp:revision>
  <dcterms:modified xsi:type="dcterms:W3CDTF">2025-12-17T16:45:31Z</dcterms:modified>
</cp:coreProperties>
</file>